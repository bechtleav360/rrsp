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0" r:id="rId1"/>
    <p:sldMasterId id="2147483704" r:id="rId2"/>
  </p:sldMasterIdLst>
  <p:sldIdLst>
    <p:sldId id="951" r:id="rId3"/>
    <p:sldId id="260" r:id="rId4"/>
    <p:sldId id="950" r:id="rId5"/>
  </p:sldIdLst>
  <p:sldSz cx="12192000" cy="6858000"/>
  <p:notesSz cx="6858000" cy="9144000"/>
  <p:embeddedFontLst>
    <p:embeddedFont>
      <p:font typeface="Michroma" panose="020B0604020202020204" charset="0"/>
      <p:regular r:id="rId6"/>
    </p:embeddedFont>
    <p:embeddedFont>
      <p:font typeface="Montserrat" panose="00000500000000000000" pitchFamily="2" charset="0"/>
      <p:regular r:id="rId7"/>
      <p:bold r:id="rId8"/>
      <p:italic r:id="rId9"/>
      <p:boldItalic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07141B"/>
    <a:srgbClr val="6BB700"/>
    <a:srgbClr val="FFAA44"/>
    <a:srgbClr val="8C9A9F"/>
    <a:srgbClr val="E4032E"/>
    <a:srgbClr val="F2F4F6"/>
    <a:srgbClr val="0F2734"/>
    <a:srgbClr val="383840"/>
    <a:srgbClr val="2C35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BCE8B2-587D-4DF6-80DD-D1FBF5BF41AD}" v="43" dt="2022-02-01T14:24:34.2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576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42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font" Target="fonts/font2.fntdata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font" Target="fonts/font4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Reinbold" userId="dc68f04fc51408a0" providerId="LiveId" clId="{76BCE8B2-587D-4DF6-80DD-D1FBF5BF41AD}"/>
    <pc:docChg chg="undo custSel modSld">
      <pc:chgData name="Robert Reinbold" userId="dc68f04fc51408a0" providerId="LiveId" clId="{76BCE8B2-587D-4DF6-80DD-D1FBF5BF41AD}" dt="2022-02-02T09:36:10.639" v="641" actId="20577"/>
      <pc:docMkLst>
        <pc:docMk/>
      </pc:docMkLst>
      <pc:sldChg chg="modSp mod">
        <pc:chgData name="Robert Reinbold" userId="dc68f04fc51408a0" providerId="LiveId" clId="{76BCE8B2-587D-4DF6-80DD-D1FBF5BF41AD}" dt="2022-02-01T14:27:37.541" v="614" actId="20577"/>
        <pc:sldMkLst>
          <pc:docMk/>
          <pc:sldMk cId="756738889" sldId="259"/>
        </pc:sldMkLst>
        <pc:spChg chg="mod">
          <ac:chgData name="Robert Reinbold" userId="dc68f04fc51408a0" providerId="LiveId" clId="{76BCE8B2-587D-4DF6-80DD-D1FBF5BF41AD}" dt="2022-02-01T14:27:37.541" v="614" actId="20577"/>
          <ac:spMkLst>
            <pc:docMk/>
            <pc:sldMk cId="756738889" sldId="259"/>
            <ac:spMk id="4" creationId="{578C48C5-CD83-48BC-A7D9-64C23A938854}"/>
          </ac:spMkLst>
        </pc:spChg>
      </pc:sldChg>
      <pc:sldChg chg="modSp mod">
        <pc:chgData name="Robert Reinbold" userId="dc68f04fc51408a0" providerId="LiveId" clId="{76BCE8B2-587D-4DF6-80DD-D1FBF5BF41AD}" dt="2022-02-02T09:36:10.639" v="641" actId="20577"/>
        <pc:sldMkLst>
          <pc:docMk/>
          <pc:sldMk cId="471516185" sldId="260"/>
        </pc:sldMkLst>
        <pc:spChg chg="mod">
          <ac:chgData name="Robert Reinbold" userId="dc68f04fc51408a0" providerId="LiveId" clId="{76BCE8B2-587D-4DF6-80DD-D1FBF5BF41AD}" dt="2022-02-02T09:35:13.459" v="621" actId="20577"/>
          <ac:spMkLst>
            <pc:docMk/>
            <pc:sldMk cId="471516185" sldId="260"/>
            <ac:spMk id="27" creationId="{915D8ACA-D5F7-4884-9567-2EE84B5A9F66}"/>
          </ac:spMkLst>
        </pc:spChg>
        <pc:spChg chg="mod">
          <ac:chgData name="Robert Reinbold" userId="dc68f04fc51408a0" providerId="LiveId" clId="{76BCE8B2-587D-4DF6-80DD-D1FBF5BF41AD}" dt="2022-02-01T14:28:29.804" v="617"/>
          <ac:spMkLst>
            <pc:docMk/>
            <pc:sldMk cId="471516185" sldId="260"/>
            <ac:spMk id="28" creationId="{1D7C7C8E-EBBE-4273-9DE7-C5D16A6B48B6}"/>
          </ac:spMkLst>
        </pc:spChg>
        <pc:spChg chg="mod">
          <ac:chgData name="Robert Reinbold" userId="dc68f04fc51408a0" providerId="LiveId" clId="{76BCE8B2-587D-4DF6-80DD-D1FBF5BF41AD}" dt="2022-02-01T14:28:38.229" v="618"/>
          <ac:spMkLst>
            <pc:docMk/>
            <pc:sldMk cId="471516185" sldId="260"/>
            <ac:spMk id="30" creationId="{79AD4247-9D6A-45FA-8D87-787168DF0CA0}"/>
          </ac:spMkLst>
        </pc:spChg>
        <pc:spChg chg="mod">
          <ac:chgData name="Robert Reinbold" userId="dc68f04fc51408a0" providerId="LiveId" clId="{76BCE8B2-587D-4DF6-80DD-D1FBF5BF41AD}" dt="2022-02-01T14:28:49.674" v="619"/>
          <ac:spMkLst>
            <pc:docMk/>
            <pc:sldMk cId="471516185" sldId="260"/>
            <ac:spMk id="32" creationId="{90D2CF49-FEBB-4D16-9356-6DAA2B318551}"/>
          </ac:spMkLst>
        </pc:spChg>
        <pc:spChg chg="mod">
          <ac:chgData name="Robert Reinbold" userId="dc68f04fc51408a0" providerId="LiveId" clId="{76BCE8B2-587D-4DF6-80DD-D1FBF5BF41AD}" dt="2022-02-01T11:51:16.552" v="19" actId="207"/>
          <ac:spMkLst>
            <pc:docMk/>
            <pc:sldMk cId="471516185" sldId="260"/>
            <ac:spMk id="37" creationId="{3E0877BF-4953-4F1B-BB24-EEAAB2AFE61E}"/>
          </ac:spMkLst>
        </pc:spChg>
        <pc:spChg chg="mod">
          <ac:chgData name="Robert Reinbold" userId="dc68f04fc51408a0" providerId="LiveId" clId="{76BCE8B2-587D-4DF6-80DD-D1FBF5BF41AD}" dt="2022-02-01T14:27:55.032" v="616" actId="207"/>
          <ac:spMkLst>
            <pc:docMk/>
            <pc:sldMk cId="471516185" sldId="260"/>
            <ac:spMk id="38" creationId="{41CCEC83-AA47-4889-A7A6-A79FAD3592B1}"/>
          </ac:spMkLst>
        </pc:spChg>
        <pc:spChg chg="mod">
          <ac:chgData name="Robert Reinbold" userId="dc68f04fc51408a0" providerId="LiveId" clId="{76BCE8B2-587D-4DF6-80DD-D1FBF5BF41AD}" dt="2022-02-01T11:53:48.829" v="32" actId="1037"/>
          <ac:spMkLst>
            <pc:docMk/>
            <pc:sldMk cId="471516185" sldId="260"/>
            <ac:spMk id="42" creationId="{FA1D5FCF-5558-45F5-BFB4-F2DC1F3E2725}"/>
          </ac:spMkLst>
        </pc:spChg>
        <pc:graphicFrameChg chg="mod modGraphic">
          <ac:chgData name="Robert Reinbold" userId="dc68f04fc51408a0" providerId="LiveId" clId="{76BCE8B2-587D-4DF6-80DD-D1FBF5BF41AD}" dt="2022-02-01T14:13:03.393" v="299" actId="20577"/>
          <ac:graphicFrameMkLst>
            <pc:docMk/>
            <pc:sldMk cId="471516185" sldId="260"/>
            <ac:graphicFrameMk id="34" creationId="{4C215467-E21C-452D-A82F-A23BD0586E36}"/>
          </ac:graphicFrameMkLst>
        </pc:graphicFrameChg>
        <pc:graphicFrameChg chg="mod modGraphic">
          <ac:chgData name="Robert Reinbold" userId="dc68f04fc51408a0" providerId="LiveId" clId="{76BCE8B2-587D-4DF6-80DD-D1FBF5BF41AD}" dt="2022-02-02T09:36:10.639" v="641" actId="20577"/>
          <ac:graphicFrameMkLst>
            <pc:docMk/>
            <pc:sldMk cId="471516185" sldId="260"/>
            <ac:graphicFrameMk id="35" creationId="{82D6C9FE-2885-4733-8F6A-6AB088CE5C98}"/>
          </ac:graphicFrameMkLst>
        </pc:graphicFrameChg>
        <pc:graphicFrameChg chg="mod modGraphic">
          <ac:chgData name="Robert Reinbold" userId="dc68f04fc51408a0" providerId="LiveId" clId="{76BCE8B2-587D-4DF6-80DD-D1FBF5BF41AD}" dt="2022-02-01T14:21:17.914" v="322" actId="14100"/>
          <ac:graphicFrameMkLst>
            <pc:docMk/>
            <pc:sldMk cId="471516185" sldId="260"/>
            <ac:graphicFrameMk id="36" creationId="{ED47A8E9-E5CD-4346-998C-517AD2971F1F}"/>
          </ac:graphicFrameMkLst>
        </pc:graphicFrameChg>
      </pc:sldChg>
      <pc:sldChg chg="modSp mod">
        <pc:chgData name="Robert Reinbold" userId="dc68f04fc51408a0" providerId="LiveId" clId="{76BCE8B2-587D-4DF6-80DD-D1FBF5BF41AD}" dt="2022-02-01T14:27:07.541" v="606" actId="20577"/>
        <pc:sldMkLst>
          <pc:docMk/>
          <pc:sldMk cId="1462711695" sldId="261"/>
        </pc:sldMkLst>
        <pc:spChg chg="mod">
          <ac:chgData name="Robert Reinbold" userId="dc68f04fc51408a0" providerId="LiveId" clId="{76BCE8B2-587D-4DF6-80DD-D1FBF5BF41AD}" dt="2022-02-01T11:50:51.257" v="18" actId="20577"/>
          <ac:spMkLst>
            <pc:docMk/>
            <pc:sldMk cId="1462711695" sldId="261"/>
            <ac:spMk id="51" creationId="{B063FB7F-8978-4312-9321-8B8CF2C87DD2}"/>
          </ac:spMkLst>
        </pc:spChg>
        <pc:graphicFrameChg chg="mod modGraphic">
          <ac:chgData name="Robert Reinbold" userId="dc68f04fc51408a0" providerId="LiveId" clId="{76BCE8B2-587D-4DF6-80DD-D1FBF5BF41AD}" dt="2022-02-01T14:25:21.838" v="485" actId="20577"/>
          <ac:graphicFrameMkLst>
            <pc:docMk/>
            <pc:sldMk cId="1462711695" sldId="261"/>
            <ac:graphicFrameMk id="23" creationId="{75DEDC74-4F7E-47EC-8B36-B84B3458D866}"/>
          </ac:graphicFrameMkLst>
        </pc:graphicFrameChg>
        <pc:graphicFrameChg chg="modGraphic">
          <ac:chgData name="Robert Reinbold" userId="dc68f04fc51408a0" providerId="LiveId" clId="{76BCE8B2-587D-4DF6-80DD-D1FBF5BF41AD}" dt="2022-02-01T14:27:07.541" v="606" actId="20577"/>
          <ac:graphicFrameMkLst>
            <pc:docMk/>
            <pc:sldMk cId="1462711695" sldId="261"/>
            <ac:graphicFrameMk id="46" creationId="{245F932A-F2ED-4B39-8FA2-4F324736D652}"/>
          </ac:graphicFrameMkLst>
        </pc:graphicFrameChg>
      </pc:sldChg>
      <pc:sldChg chg="addSp modSp mod">
        <pc:chgData name="Robert Reinbold" userId="dc68f04fc51408a0" providerId="LiveId" clId="{76BCE8B2-587D-4DF6-80DD-D1FBF5BF41AD}" dt="2022-02-01T11:58:28.043" v="85" actId="1076"/>
        <pc:sldMkLst>
          <pc:docMk/>
          <pc:sldMk cId="330803109" sldId="947"/>
        </pc:sldMkLst>
        <pc:spChg chg="add mod">
          <ac:chgData name="Robert Reinbold" userId="dc68f04fc51408a0" providerId="LiveId" clId="{76BCE8B2-587D-4DF6-80DD-D1FBF5BF41AD}" dt="2022-02-01T11:55:42.367" v="43" actId="1037"/>
          <ac:spMkLst>
            <pc:docMk/>
            <pc:sldMk cId="330803109" sldId="947"/>
            <ac:spMk id="2" creationId="{E91504D2-BC74-4981-AD86-DA4D6FA83392}"/>
          </ac:spMkLst>
        </pc:spChg>
        <pc:spChg chg="add mod">
          <ac:chgData name="Robert Reinbold" userId="dc68f04fc51408a0" providerId="LiveId" clId="{76BCE8B2-587D-4DF6-80DD-D1FBF5BF41AD}" dt="2022-02-01T11:56:58.598" v="58" actId="1076"/>
          <ac:spMkLst>
            <pc:docMk/>
            <pc:sldMk cId="330803109" sldId="947"/>
            <ac:spMk id="3" creationId="{85C05F45-7376-4BC1-A90D-BF372217295A}"/>
          </ac:spMkLst>
        </pc:spChg>
        <pc:spChg chg="add mod">
          <ac:chgData name="Robert Reinbold" userId="dc68f04fc51408a0" providerId="LiveId" clId="{76BCE8B2-587D-4DF6-80DD-D1FBF5BF41AD}" dt="2022-02-01T11:56:51.293" v="56" actId="1076"/>
          <ac:spMkLst>
            <pc:docMk/>
            <pc:sldMk cId="330803109" sldId="947"/>
            <ac:spMk id="4" creationId="{EF499FDF-74FC-4AA8-AD94-C7F431A42A7D}"/>
          </ac:spMkLst>
        </pc:spChg>
        <pc:spChg chg="add mod">
          <ac:chgData name="Robert Reinbold" userId="dc68f04fc51408a0" providerId="LiveId" clId="{76BCE8B2-587D-4DF6-80DD-D1FBF5BF41AD}" dt="2022-02-01T11:57:25.010" v="68" actId="1076"/>
          <ac:spMkLst>
            <pc:docMk/>
            <pc:sldMk cId="330803109" sldId="947"/>
            <ac:spMk id="5" creationId="{27732C91-1147-4253-A22F-29E28F7C1430}"/>
          </ac:spMkLst>
        </pc:spChg>
        <pc:spChg chg="add mod">
          <ac:chgData name="Robert Reinbold" userId="dc68f04fc51408a0" providerId="LiveId" clId="{76BCE8B2-587D-4DF6-80DD-D1FBF5BF41AD}" dt="2022-02-01T11:57:58.426" v="81" actId="14100"/>
          <ac:spMkLst>
            <pc:docMk/>
            <pc:sldMk cId="330803109" sldId="947"/>
            <ac:spMk id="6" creationId="{64D17CA4-2D2F-4041-B79C-7912E67C324A}"/>
          </ac:spMkLst>
        </pc:spChg>
        <pc:spChg chg="add mod">
          <ac:chgData name="Robert Reinbold" userId="dc68f04fc51408a0" providerId="LiveId" clId="{76BCE8B2-587D-4DF6-80DD-D1FBF5BF41AD}" dt="2022-02-01T11:58:28.043" v="85" actId="1076"/>
          <ac:spMkLst>
            <pc:docMk/>
            <pc:sldMk cId="330803109" sldId="947"/>
            <ac:spMk id="8" creationId="{9B4A78C6-4482-414B-A375-C38D33674B93}"/>
          </ac:spMkLst>
        </pc:spChg>
        <pc:spChg chg="mod">
          <ac:chgData name="Robert Reinbold" userId="dc68f04fc51408a0" providerId="LiveId" clId="{76BCE8B2-587D-4DF6-80DD-D1FBF5BF41AD}" dt="2022-02-01T11:50:18.169" v="8" actId="403"/>
          <ac:spMkLst>
            <pc:docMk/>
            <pc:sldMk cId="330803109" sldId="947"/>
            <ac:spMk id="58" creationId="{A05584E6-8D48-4530-925E-C75574DB0BEB}"/>
          </ac:spMkLst>
        </pc:spChg>
        <pc:spChg chg="mod">
          <ac:chgData name="Robert Reinbold" userId="dc68f04fc51408a0" providerId="LiveId" clId="{76BCE8B2-587D-4DF6-80DD-D1FBF5BF41AD}" dt="2022-02-01T11:50:18.169" v="8" actId="403"/>
          <ac:spMkLst>
            <pc:docMk/>
            <pc:sldMk cId="330803109" sldId="947"/>
            <ac:spMk id="59" creationId="{2EBEAE35-80DA-4041-A034-D273F26BA49A}"/>
          </ac:spMkLst>
        </pc:spChg>
        <pc:spChg chg="mod">
          <ac:chgData name="Robert Reinbold" userId="dc68f04fc51408a0" providerId="LiveId" clId="{76BCE8B2-587D-4DF6-80DD-D1FBF5BF41AD}" dt="2022-02-01T11:50:18.169" v="8" actId="403"/>
          <ac:spMkLst>
            <pc:docMk/>
            <pc:sldMk cId="330803109" sldId="947"/>
            <ac:spMk id="60" creationId="{6F8CCDF9-E4DB-455F-A0DC-38E8B8948562}"/>
          </ac:spMkLst>
        </pc:spChg>
        <pc:spChg chg="mod">
          <ac:chgData name="Robert Reinbold" userId="dc68f04fc51408a0" providerId="LiveId" clId="{76BCE8B2-587D-4DF6-80DD-D1FBF5BF41AD}" dt="2022-02-01T11:50:18.169" v="8" actId="403"/>
          <ac:spMkLst>
            <pc:docMk/>
            <pc:sldMk cId="330803109" sldId="947"/>
            <ac:spMk id="61" creationId="{B67ABA31-166A-4065-900F-1F2C07DC300F}"/>
          </ac:spMkLst>
        </pc:spChg>
        <pc:spChg chg="mod">
          <ac:chgData name="Robert Reinbold" userId="dc68f04fc51408a0" providerId="LiveId" clId="{76BCE8B2-587D-4DF6-80DD-D1FBF5BF41AD}" dt="2022-02-01T11:50:18.169" v="8" actId="403"/>
          <ac:spMkLst>
            <pc:docMk/>
            <pc:sldMk cId="330803109" sldId="947"/>
            <ac:spMk id="62" creationId="{014C01AD-29C5-4379-80DD-A4E610F7F689}"/>
          </ac:spMkLst>
        </pc:spChg>
        <pc:spChg chg="mod">
          <ac:chgData name="Robert Reinbold" userId="dc68f04fc51408a0" providerId="LiveId" clId="{76BCE8B2-587D-4DF6-80DD-D1FBF5BF41AD}" dt="2022-02-01T11:50:18.169" v="8" actId="403"/>
          <ac:spMkLst>
            <pc:docMk/>
            <pc:sldMk cId="330803109" sldId="947"/>
            <ac:spMk id="63" creationId="{0B6A44A9-AC95-45D0-8459-788DDB2085B4}"/>
          </ac:spMkLst>
        </pc:spChg>
        <pc:spChg chg="mod">
          <ac:chgData name="Robert Reinbold" userId="dc68f04fc51408a0" providerId="LiveId" clId="{76BCE8B2-587D-4DF6-80DD-D1FBF5BF41AD}" dt="2022-02-01T11:50:18.169" v="8" actId="403"/>
          <ac:spMkLst>
            <pc:docMk/>
            <pc:sldMk cId="330803109" sldId="947"/>
            <ac:spMk id="64" creationId="{C85BD055-2DE8-4C46-ADE8-1E200B2E9129}"/>
          </ac:spMkLst>
        </pc:spChg>
        <pc:spChg chg="mod">
          <ac:chgData name="Robert Reinbold" userId="dc68f04fc51408a0" providerId="LiveId" clId="{76BCE8B2-587D-4DF6-80DD-D1FBF5BF41AD}" dt="2022-02-01T11:50:18.169" v="8" actId="403"/>
          <ac:spMkLst>
            <pc:docMk/>
            <pc:sldMk cId="330803109" sldId="947"/>
            <ac:spMk id="65" creationId="{ADE6F0FB-3F23-4FBC-B192-41D18B927FF1}"/>
          </ac:spMkLst>
        </pc:spChg>
        <pc:spChg chg="mod">
          <ac:chgData name="Robert Reinbold" userId="dc68f04fc51408a0" providerId="LiveId" clId="{76BCE8B2-587D-4DF6-80DD-D1FBF5BF41AD}" dt="2022-02-01T11:50:08.233" v="7" actId="20577"/>
          <ac:spMkLst>
            <pc:docMk/>
            <pc:sldMk cId="330803109" sldId="947"/>
            <ac:spMk id="71" creationId="{9407E366-18A8-4080-872B-C997EC0EC1BE}"/>
          </ac:spMkLst>
        </pc:spChg>
      </pc:sldChg>
    </pc:docChg>
  </pc:docChgLst>
  <pc:docChgLst>
    <pc:chgData name="Robert Reinbold" userId="dc68f04fc51408a0" providerId="LiveId" clId="{4FC5AD55-9555-4DAF-99DB-17541952AAF5}"/>
    <pc:docChg chg="undo redo custSel addSld delSld modSld modMainMaster">
      <pc:chgData name="Robert Reinbold" userId="dc68f04fc51408a0" providerId="LiveId" clId="{4FC5AD55-9555-4DAF-99DB-17541952AAF5}" dt="2022-01-26T10:44:39.764" v="1030"/>
      <pc:docMkLst>
        <pc:docMk/>
      </pc:docMkLst>
      <pc:sldChg chg="del">
        <pc:chgData name="Robert Reinbold" userId="dc68f04fc51408a0" providerId="LiveId" clId="{4FC5AD55-9555-4DAF-99DB-17541952AAF5}" dt="2022-01-26T09:35:21.657" v="74" actId="2696"/>
        <pc:sldMkLst>
          <pc:docMk/>
          <pc:sldMk cId="1165082376" sldId="257"/>
        </pc:sldMkLst>
      </pc:sldChg>
      <pc:sldChg chg="del">
        <pc:chgData name="Robert Reinbold" userId="dc68f04fc51408a0" providerId="LiveId" clId="{4FC5AD55-9555-4DAF-99DB-17541952AAF5}" dt="2022-01-26T09:35:21.657" v="74" actId="2696"/>
        <pc:sldMkLst>
          <pc:docMk/>
          <pc:sldMk cId="377007549" sldId="258"/>
        </pc:sldMkLst>
      </pc:sldChg>
      <pc:sldChg chg="addSp delSp modSp mod">
        <pc:chgData name="Robert Reinbold" userId="dc68f04fc51408a0" providerId="LiveId" clId="{4FC5AD55-9555-4DAF-99DB-17541952AAF5}" dt="2022-01-26T10:06:22.777" v="486" actId="27636"/>
        <pc:sldMkLst>
          <pc:docMk/>
          <pc:sldMk cId="756738889" sldId="259"/>
        </pc:sldMkLst>
        <pc:spChg chg="add del mod ord">
          <ac:chgData name="Robert Reinbold" userId="dc68f04fc51408a0" providerId="LiveId" clId="{4FC5AD55-9555-4DAF-99DB-17541952AAF5}" dt="2022-01-26T09:34:14.341" v="21" actId="478"/>
          <ac:spMkLst>
            <pc:docMk/>
            <pc:sldMk cId="756738889" sldId="259"/>
            <ac:spMk id="2" creationId="{A6E07556-6F79-4D0F-BE5E-50831AF9A5C6}"/>
          </ac:spMkLst>
        </pc:spChg>
        <pc:spChg chg="mod">
          <ac:chgData name="Robert Reinbold" userId="dc68f04fc51408a0" providerId="LiveId" clId="{4FC5AD55-9555-4DAF-99DB-17541952AAF5}" dt="2022-01-26T10:06:22.777" v="486" actId="27636"/>
          <ac:spMkLst>
            <pc:docMk/>
            <pc:sldMk cId="756738889" sldId="259"/>
            <ac:spMk id="4" creationId="{578C48C5-CD83-48BC-A7D9-64C23A938854}"/>
          </ac:spMkLst>
        </pc:spChg>
        <pc:picChg chg="add mod">
          <ac:chgData name="Robert Reinbold" userId="dc68f04fc51408a0" providerId="LiveId" clId="{4FC5AD55-9555-4DAF-99DB-17541952AAF5}" dt="2022-01-26T09:34:29.481" v="22" actId="207"/>
          <ac:picMkLst>
            <pc:docMk/>
            <pc:sldMk cId="756738889" sldId="259"/>
            <ac:picMk id="3" creationId="{875D9224-77B0-4E61-BAF8-524F970E04B9}"/>
          </ac:picMkLst>
        </pc:picChg>
      </pc:sldChg>
      <pc:sldChg chg="addSp delSp modSp new mod">
        <pc:chgData name="Robert Reinbold" userId="dc68f04fc51408a0" providerId="LiveId" clId="{4FC5AD55-9555-4DAF-99DB-17541952AAF5}" dt="2022-01-26T10:44:39.764" v="1030"/>
        <pc:sldMkLst>
          <pc:docMk/>
          <pc:sldMk cId="471516185" sldId="260"/>
        </pc:sldMkLst>
        <pc:spChg chg="del">
          <ac:chgData name="Robert Reinbold" userId="dc68f04fc51408a0" providerId="LiveId" clId="{4FC5AD55-9555-4DAF-99DB-17541952AAF5}" dt="2022-01-26T09:35:54.188" v="76" actId="478"/>
          <ac:spMkLst>
            <pc:docMk/>
            <pc:sldMk cId="471516185" sldId="260"/>
            <ac:spMk id="2" creationId="{FDA15082-84CC-4778-8FE0-00E76E300B3E}"/>
          </ac:spMkLst>
        </pc:spChg>
        <pc:spChg chg="del">
          <ac:chgData name="Robert Reinbold" userId="dc68f04fc51408a0" providerId="LiveId" clId="{4FC5AD55-9555-4DAF-99DB-17541952AAF5}" dt="2022-01-26T09:35:56.910" v="77" actId="478"/>
          <ac:spMkLst>
            <pc:docMk/>
            <pc:sldMk cId="471516185" sldId="260"/>
            <ac:spMk id="3" creationId="{C05A70B8-5578-479F-9C8F-2CBFE013AF73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4" creationId="{F1A8B7CF-EC6B-493A-8095-AE254382AD1F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5" creationId="{27E46921-7B1B-42BD-89CF-CEF4565E1FD4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6" creationId="{FDB127B0-6D07-432E-AAFD-5D4EB44302A4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7" creationId="{DA235A6F-E8FC-41ED-862E-8D0A1E1DFE2C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8" creationId="{61C30491-2B49-4A34-9E06-AD1D02AD807C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9" creationId="{997BE80F-D12E-4E01-91A0-9710B130CED6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10" creationId="{8F815AA5-FADE-4191-9D37-C11BC0C4393D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11" creationId="{A018368E-1BFC-4AE5-82D7-96795E016D35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12" creationId="{381C640C-09C1-48F6-B14C-C935117AD710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13" creationId="{ED89AF48-8506-4665-AF6F-259E6A0FC6D4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17" creationId="{D327BB9D-5ECC-41C9-8359-976F5AFBE0A2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18" creationId="{ADE1BB08-1093-422B-A00A-0566A2CE9514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19" creationId="{A34EECAD-9FCC-44A6-80DB-AC71DD41A2DC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20" creationId="{6A6402DC-6F3A-4856-A3A1-9291E176A533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21" creationId="{682DDDF5-B7A3-4592-B12D-7D02D8CFB5B5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22" creationId="{99B3C820-AFB3-4995-9257-C147E104431C}"/>
          </ac:spMkLst>
        </pc:spChg>
        <pc:spChg chg="add del mod">
          <ac:chgData name="Robert Reinbold" userId="dc68f04fc51408a0" providerId="LiveId" clId="{4FC5AD55-9555-4DAF-99DB-17541952AAF5}" dt="2022-01-26T09:36:08.900" v="80"/>
          <ac:spMkLst>
            <pc:docMk/>
            <pc:sldMk cId="471516185" sldId="260"/>
            <ac:spMk id="23" creationId="{FA49C2C7-42FC-4957-AB4A-3CF8BDF4DAD2}"/>
          </ac:spMkLst>
        </pc:spChg>
        <pc:spChg chg="add mod">
          <ac:chgData name="Robert Reinbold" userId="dc68f04fc51408a0" providerId="LiveId" clId="{4FC5AD55-9555-4DAF-99DB-17541952AAF5}" dt="2022-01-26T09:41:08.009" v="185" actId="207"/>
          <ac:spMkLst>
            <pc:docMk/>
            <pc:sldMk cId="471516185" sldId="260"/>
            <ac:spMk id="24" creationId="{6D7D772F-9937-4FA3-A0F7-A11675CA302F}"/>
          </ac:spMkLst>
        </pc:spChg>
        <pc:spChg chg="add del mod">
          <ac:chgData name="Robert Reinbold" userId="dc68f04fc51408a0" providerId="LiveId" clId="{4FC5AD55-9555-4DAF-99DB-17541952AAF5}" dt="2022-01-26T09:47:28" v="338" actId="478"/>
          <ac:spMkLst>
            <pc:docMk/>
            <pc:sldMk cId="471516185" sldId="260"/>
            <ac:spMk id="25" creationId="{64DC681B-9C4C-405F-9A64-C55379A2E3BD}"/>
          </ac:spMkLst>
        </pc:spChg>
        <pc:spChg chg="add mod">
          <ac:chgData name="Robert Reinbold" userId="dc68f04fc51408a0" providerId="LiveId" clId="{4FC5AD55-9555-4DAF-99DB-17541952AAF5}" dt="2022-01-26T09:45:00.521" v="280" actId="1036"/>
          <ac:spMkLst>
            <pc:docMk/>
            <pc:sldMk cId="471516185" sldId="260"/>
            <ac:spMk id="26" creationId="{86F17108-AB41-487D-A059-753AEC846F65}"/>
          </ac:spMkLst>
        </pc:spChg>
        <pc:spChg chg="add mod">
          <ac:chgData name="Robert Reinbold" userId="dc68f04fc51408a0" providerId="LiveId" clId="{4FC5AD55-9555-4DAF-99DB-17541952AAF5}" dt="2022-01-26T10:09:30.840" v="514" actId="20577"/>
          <ac:spMkLst>
            <pc:docMk/>
            <pc:sldMk cId="471516185" sldId="260"/>
            <ac:spMk id="27" creationId="{915D8ACA-D5F7-4884-9567-2EE84B5A9F66}"/>
          </ac:spMkLst>
        </pc:spChg>
        <pc:spChg chg="add mod">
          <ac:chgData name="Robert Reinbold" userId="dc68f04fc51408a0" providerId="LiveId" clId="{4FC5AD55-9555-4DAF-99DB-17541952AAF5}" dt="2022-01-26T09:37:49.171" v="106" actId="207"/>
          <ac:spMkLst>
            <pc:docMk/>
            <pc:sldMk cId="471516185" sldId="260"/>
            <ac:spMk id="28" creationId="{1D7C7C8E-EBBE-4273-9DE7-C5D16A6B48B6}"/>
          </ac:spMkLst>
        </pc:spChg>
        <pc:spChg chg="add mod">
          <ac:chgData name="Robert Reinbold" userId="dc68f04fc51408a0" providerId="LiveId" clId="{4FC5AD55-9555-4DAF-99DB-17541952AAF5}" dt="2022-01-26T09:38:12.034" v="108" actId="1037"/>
          <ac:spMkLst>
            <pc:docMk/>
            <pc:sldMk cId="471516185" sldId="260"/>
            <ac:spMk id="29" creationId="{99584F2E-C0ED-4131-A33E-F9A48B3D6EA3}"/>
          </ac:spMkLst>
        </pc:spChg>
        <pc:spChg chg="add mod">
          <ac:chgData name="Robert Reinbold" userId="dc68f04fc51408a0" providerId="LiveId" clId="{4FC5AD55-9555-4DAF-99DB-17541952AAF5}" dt="2022-01-26T09:37:49.171" v="106" actId="207"/>
          <ac:spMkLst>
            <pc:docMk/>
            <pc:sldMk cId="471516185" sldId="260"/>
            <ac:spMk id="30" creationId="{79AD4247-9D6A-45FA-8D87-787168DF0CA0}"/>
          </ac:spMkLst>
        </pc:spChg>
        <pc:spChg chg="add mod">
          <ac:chgData name="Robert Reinbold" userId="dc68f04fc51408a0" providerId="LiveId" clId="{4FC5AD55-9555-4DAF-99DB-17541952AAF5}" dt="2022-01-26T09:38:20.977" v="109" actId="207"/>
          <ac:spMkLst>
            <pc:docMk/>
            <pc:sldMk cId="471516185" sldId="260"/>
            <ac:spMk id="31" creationId="{F0C8F948-D797-46C8-A48E-A47009111707}"/>
          </ac:spMkLst>
        </pc:spChg>
        <pc:spChg chg="add mod">
          <ac:chgData name="Robert Reinbold" userId="dc68f04fc51408a0" providerId="LiveId" clId="{4FC5AD55-9555-4DAF-99DB-17541952AAF5}" dt="2022-01-26T09:37:49.171" v="106" actId="207"/>
          <ac:spMkLst>
            <pc:docMk/>
            <pc:sldMk cId="471516185" sldId="260"/>
            <ac:spMk id="32" creationId="{90D2CF49-FEBB-4D16-9356-6DAA2B318551}"/>
          </ac:spMkLst>
        </pc:spChg>
        <pc:spChg chg="add mod">
          <ac:chgData name="Robert Reinbold" userId="dc68f04fc51408a0" providerId="LiveId" clId="{4FC5AD55-9555-4DAF-99DB-17541952AAF5}" dt="2022-01-26T09:38:31.085" v="110" actId="207"/>
          <ac:spMkLst>
            <pc:docMk/>
            <pc:sldMk cId="471516185" sldId="260"/>
            <ac:spMk id="33" creationId="{64BED557-E41C-4501-9A91-7DE75BE13227}"/>
          </ac:spMkLst>
        </pc:spChg>
        <pc:spChg chg="add mod">
          <ac:chgData name="Robert Reinbold" userId="dc68f04fc51408a0" providerId="LiveId" clId="{4FC5AD55-9555-4DAF-99DB-17541952AAF5}" dt="2022-01-26T09:36:10.232" v="82" actId="27636"/>
          <ac:spMkLst>
            <pc:docMk/>
            <pc:sldMk cId="471516185" sldId="260"/>
            <ac:spMk id="37" creationId="{3E0877BF-4953-4F1B-BB24-EEAAB2AFE61E}"/>
          </ac:spMkLst>
        </pc:spChg>
        <pc:spChg chg="add mod">
          <ac:chgData name="Robert Reinbold" userId="dc68f04fc51408a0" providerId="LiveId" clId="{4FC5AD55-9555-4DAF-99DB-17541952AAF5}" dt="2022-01-26T10:43:30.489" v="1028" actId="207"/>
          <ac:spMkLst>
            <pc:docMk/>
            <pc:sldMk cId="471516185" sldId="260"/>
            <ac:spMk id="38" creationId="{41CCEC83-AA47-4889-A7A6-A79FAD3592B1}"/>
          </ac:spMkLst>
        </pc:spChg>
        <pc:spChg chg="add mod">
          <ac:chgData name="Robert Reinbold" userId="dc68f04fc51408a0" providerId="LiveId" clId="{4FC5AD55-9555-4DAF-99DB-17541952AAF5}" dt="2022-01-26T09:40:14.990" v="175" actId="6549"/>
          <ac:spMkLst>
            <pc:docMk/>
            <pc:sldMk cId="471516185" sldId="260"/>
            <ac:spMk id="39" creationId="{07783FB9-6499-4D71-BE7D-FA19D0287614}"/>
          </ac:spMkLst>
        </pc:spChg>
        <pc:spChg chg="add mod">
          <ac:chgData name="Robert Reinbold" userId="dc68f04fc51408a0" providerId="LiveId" clId="{4FC5AD55-9555-4DAF-99DB-17541952AAF5}" dt="2022-01-26T09:40:02.064" v="156" actId="20577"/>
          <ac:spMkLst>
            <pc:docMk/>
            <pc:sldMk cId="471516185" sldId="260"/>
            <ac:spMk id="40" creationId="{B58B1490-7309-4383-A4B8-C217D115CF91}"/>
          </ac:spMkLst>
        </pc:spChg>
        <pc:spChg chg="add mod">
          <ac:chgData name="Robert Reinbold" userId="dc68f04fc51408a0" providerId="LiveId" clId="{4FC5AD55-9555-4DAF-99DB-17541952AAF5}" dt="2022-01-26T09:39:40.656" v="140" actId="207"/>
          <ac:spMkLst>
            <pc:docMk/>
            <pc:sldMk cId="471516185" sldId="260"/>
            <ac:spMk id="41" creationId="{94991D73-5798-4D8C-8DFD-7AB9F6159A25}"/>
          </ac:spMkLst>
        </pc:spChg>
        <pc:spChg chg="add mod">
          <ac:chgData name="Robert Reinbold" userId="dc68f04fc51408a0" providerId="LiveId" clId="{4FC5AD55-9555-4DAF-99DB-17541952AAF5}" dt="2022-01-26T09:40:54.234" v="184" actId="207"/>
          <ac:spMkLst>
            <pc:docMk/>
            <pc:sldMk cId="471516185" sldId="260"/>
            <ac:spMk id="42" creationId="{FA1D5FCF-5558-45F5-BFB4-F2DC1F3E2725}"/>
          </ac:spMkLst>
        </pc:spChg>
        <pc:spChg chg="add mod">
          <ac:chgData name="Robert Reinbold" userId="dc68f04fc51408a0" providerId="LiveId" clId="{4FC5AD55-9555-4DAF-99DB-17541952AAF5}" dt="2022-01-26T09:40:38.029" v="183" actId="20577"/>
          <ac:spMkLst>
            <pc:docMk/>
            <pc:sldMk cId="471516185" sldId="260"/>
            <ac:spMk id="43" creationId="{2FDE4213-8605-4C77-B5D8-FFE06FAE4B67}"/>
          </ac:spMkLst>
        </pc:spChg>
        <pc:grpChg chg="add mod">
          <ac:chgData name="Robert Reinbold" userId="dc68f04fc51408a0" providerId="LiveId" clId="{4FC5AD55-9555-4DAF-99DB-17541952AAF5}" dt="2022-01-26T10:04:46.264" v="456" actId="1076"/>
          <ac:grpSpMkLst>
            <pc:docMk/>
            <pc:sldMk cId="471516185" sldId="260"/>
            <ac:grpSpMk id="50" creationId="{F5659770-2C2E-428B-988B-8B62E2C6C7DC}"/>
          </ac:grpSpMkLst>
        </pc:grpChg>
        <pc:graphicFrameChg chg="add del mod">
          <ac:chgData name="Robert Reinbold" userId="dc68f04fc51408a0" providerId="LiveId" clId="{4FC5AD55-9555-4DAF-99DB-17541952AAF5}" dt="2022-01-26T09:36:08.900" v="80"/>
          <ac:graphicFrameMkLst>
            <pc:docMk/>
            <pc:sldMk cId="471516185" sldId="260"/>
            <ac:graphicFrameMk id="14" creationId="{1CF4C115-0835-459D-930A-215852C927AF}"/>
          </ac:graphicFrameMkLst>
        </pc:graphicFrameChg>
        <pc:graphicFrameChg chg="add del mod">
          <ac:chgData name="Robert Reinbold" userId="dc68f04fc51408a0" providerId="LiveId" clId="{4FC5AD55-9555-4DAF-99DB-17541952AAF5}" dt="2022-01-26T09:36:08.900" v="80"/>
          <ac:graphicFrameMkLst>
            <pc:docMk/>
            <pc:sldMk cId="471516185" sldId="260"/>
            <ac:graphicFrameMk id="15" creationId="{3E9D32D0-6024-44B0-885F-8B111576DBE4}"/>
          </ac:graphicFrameMkLst>
        </pc:graphicFrameChg>
        <pc:graphicFrameChg chg="add del mod">
          <ac:chgData name="Robert Reinbold" userId="dc68f04fc51408a0" providerId="LiveId" clId="{4FC5AD55-9555-4DAF-99DB-17541952AAF5}" dt="2022-01-26T09:36:08.900" v="80"/>
          <ac:graphicFrameMkLst>
            <pc:docMk/>
            <pc:sldMk cId="471516185" sldId="260"/>
            <ac:graphicFrameMk id="16" creationId="{610EDF01-3488-4688-A32A-C9DEF5EDE550}"/>
          </ac:graphicFrameMkLst>
        </pc:graphicFrameChg>
        <pc:graphicFrameChg chg="add mod modGraphic">
          <ac:chgData name="Robert Reinbold" userId="dc68f04fc51408a0" providerId="LiveId" clId="{4FC5AD55-9555-4DAF-99DB-17541952AAF5}" dt="2022-01-26T10:44:39.764" v="1030"/>
          <ac:graphicFrameMkLst>
            <pc:docMk/>
            <pc:sldMk cId="471516185" sldId="260"/>
            <ac:graphicFrameMk id="34" creationId="{4C215467-E21C-452D-A82F-A23BD0586E36}"/>
          </ac:graphicFrameMkLst>
        </pc:graphicFrameChg>
        <pc:graphicFrameChg chg="add mod modGraphic">
          <ac:chgData name="Robert Reinbold" userId="dc68f04fc51408a0" providerId="LiveId" clId="{4FC5AD55-9555-4DAF-99DB-17541952AAF5}" dt="2022-01-26T09:46:43.668" v="333" actId="404"/>
          <ac:graphicFrameMkLst>
            <pc:docMk/>
            <pc:sldMk cId="471516185" sldId="260"/>
            <ac:graphicFrameMk id="35" creationId="{82D6C9FE-2885-4733-8F6A-6AB088CE5C98}"/>
          </ac:graphicFrameMkLst>
        </pc:graphicFrameChg>
        <pc:graphicFrameChg chg="add mod modGraphic">
          <ac:chgData name="Robert Reinbold" userId="dc68f04fc51408a0" providerId="LiveId" clId="{4FC5AD55-9555-4DAF-99DB-17541952AAF5}" dt="2022-01-26T10:44:34.023" v="1029"/>
          <ac:graphicFrameMkLst>
            <pc:docMk/>
            <pc:sldMk cId="471516185" sldId="260"/>
            <ac:graphicFrameMk id="36" creationId="{ED47A8E9-E5CD-4346-998C-517AD2971F1F}"/>
          </ac:graphicFrameMkLst>
        </pc:graphicFrameChg>
        <pc:picChg chg="add mod">
          <ac:chgData name="Robert Reinbold" userId="dc68f04fc51408a0" providerId="LiveId" clId="{4FC5AD55-9555-4DAF-99DB-17541952AAF5}" dt="2022-01-26T09:36:27.218" v="83"/>
          <ac:picMkLst>
            <pc:docMk/>
            <pc:sldMk cId="471516185" sldId="260"/>
            <ac:picMk id="44" creationId="{91AC6A17-8745-45C4-9028-FC19EFE3F5A4}"/>
          </ac:picMkLst>
        </pc:picChg>
        <pc:picChg chg="add del mod">
          <ac:chgData name="Robert Reinbold" userId="dc68f04fc51408a0" providerId="LiveId" clId="{4FC5AD55-9555-4DAF-99DB-17541952AAF5}" dt="2022-01-26T09:54:26.142" v="351" actId="22"/>
          <ac:picMkLst>
            <pc:docMk/>
            <pc:sldMk cId="471516185" sldId="260"/>
            <ac:picMk id="46" creationId="{13E83B49-8C5C-4394-A68D-190A7ADF2BC3}"/>
          </ac:picMkLst>
        </pc:picChg>
        <pc:picChg chg="add mod">
          <ac:chgData name="Robert Reinbold" userId="dc68f04fc51408a0" providerId="LiveId" clId="{4FC5AD55-9555-4DAF-99DB-17541952AAF5}" dt="2022-01-26T09:58:58.098" v="363" actId="164"/>
          <ac:picMkLst>
            <pc:docMk/>
            <pc:sldMk cId="471516185" sldId="260"/>
            <ac:picMk id="47" creationId="{F7B3C616-7EB1-4200-B489-14AD7E931C8A}"/>
          </ac:picMkLst>
        </pc:picChg>
        <pc:picChg chg="add mod">
          <ac:chgData name="Robert Reinbold" userId="dc68f04fc51408a0" providerId="LiveId" clId="{4FC5AD55-9555-4DAF-99DB-17541952AAF5}" dt="2022-01-26T10:00:55.229" v="391" actId="1035"/>
          <ac:picMkLst>
            <pc:docMk/>
            <pc:sldMk cId="471516185" sldId="260"/>
            <ac:picMk id="49" creationId="{465AE95B-93F0-4EAE-BCE1-0B789BDE01EA}"/>
          </ac:picMkLst>
        </pc:picChg>
      </pc:sldChg>
      <pc:sldChg chg="del">
        <pc:chgData name="Robert Reinbold" userId="dc68f04fc51408a0" providerId="LiveId" clId="{4FC5AD55-9555-4DAF-99DB-17541952AAF5}" dt="2022-01-26T09:35:21.657" v="74" actId="2696"/>
        <pc:sldMkLst>
          <pc:docMk/>
          <pc:sldMk cId="2875946701" sldId="260"/>
        </pc:sldMkLst>
      </pc:sldChg>
      <pc:sldChg chg="addSp delSp modSp add mod">
        <pc:chgData name="Robert Reinbold" userId="dc68f04fc51408a0" providerId="LiveId" clId="{4FC5AD55-9555-4DAF-99DB-17541952AAF5}" dt="2022-01-26T10:09:41.084" v="516"/>
        <pc:sldMkLst>
          <pc:docMk/>
          <pc:sldMk cId="1462711695" sldId="261"/>
        </pc:sldMkLst>
        <pc:spChg chg="del">
          <ac:chgData name="Robert Reinbold" userId="dc68f04fc51408a0" providerId="LiveId" clId="{4FC5AD55-9555-4DAF-99DB-17541952AAF5}" dt="2022-01-26T09:47:22.588" v="336" actId="478"/>
          <ac:spMkLst>
            <pc:docMk/>
            <pc:sldMk cId="1462711695" sldId="261"/>
            <ac:spMk id="24" creationId="{6D7D772F-9937-4FA3-A0F7-A11675CA302F}"/>
          </ac:spMkLst>
        </pc:spChg>
        <pc:spChg chg="del">
          <ac:chgData name="Robert Reinbold" userId="dc68f04fc51408a0" providerId="LiveId" clId="{4FC5AD55-9555-4DAF-99DB-17541952AAF5}" dt="2022-01-26T09:47:25.133" v="337" actId="478"/>
          <ac:spMkLst>
            <pc:docMk/>
            <pc:sldMk cId="1462711695" sldId="261"/>
            <ac:spMk id="25" creationId="{64DC681B-9C4C-405F-9A64-C55379A2E3BD}"/>
          </ac:spMkLst>
        </pc:spChg>
        <pc:spChg chg="del mod">
          <ac:chgData name="Robert Reinbold" userId="dc68f04fc51408a0" providerId="LiveId" clId="{4FC5AD55-9555-4DAF-99DB-17541952AAF5}" dt="2022-01-26T10:09:40.353" v="515" actId="478"/>
          <ac:spMkLst>
            <pc:docMk/>
            <pc:sldMk cId="1462711695" sldId="261"/>
            <ac:spMk id="26" creationId="{86F17108-AB41-487D-A059-753AEC846F65}"/>
          </ac:spMkLst>
        </pc:spChg>
        <pc:spChg chg="del">
          <ac:chgData name="Robert Reinbold" userId="dc68f04fc51408a0" providerId="LiveId" clId="{4FC5AD55-9555-4DAF-99DB-17541952AAF5}" dt="2022-01-26T10:09:40.353" v="515" actId="478"/>
          <ac:spMkLst>
            <pc:docMk/>
            <pc:sldMk cId="1462711695" sldId="261"/>
            <ac:spMk id="27" creationId="{915D8ACA-D5F7-4884-9567-2EE84B5A9F66}"/>
          </ac:spMkLst>
        </pc:spChg>
        <pc:spChg chg="del">
          <ac:chgData name="Robert Reinbold" userId="dc68f04fc51408a0" providerId="LiveId" clId="{4FC5AD55-9555-4DAF-99DB-17541952AAF5}" dt="2022-01-26T09:47:19.782" v="335" actId="478"/>
          <ac:spMkLst>
            <pc:docMk/>
            <pc:sldMk cId="1462711695" sldId="261"/>
            <ac:spMk id="28" creationId="{1D7C7C8E-EBBE-4273-9DE7-C5D16A6B48B6}"/>
          </ac:spMkLst>
        </pc:spChg>
        <pc:spChg chg="del">
          <ac:chgData name="Robert Reinbold" userId="dc68f04fc51408a0" providerId="LiveId" clId="{4FC5AD55-9555-4DAF-99DB-17541952AAF5}" dt="2022-01-26T09:47:22.588" v="336" actId="478"/>
          <ac:spMkLst>
            <pc:docMk/>
            <pc:sldMk cId="1462711695" sldId="261"/>
            <ac:spMk id="29" creationId="{99584F2E-C0ED-4131-A33E-F9A48B3D6EA3}"/>
          </ac:spMkLst>
        </pc:spChg>
        <pc:spChg chg="del">
          <ac:chgData name="Robert Reinbold" userId="dc68f04fc51408a0" providerId="LiveId" clId="{4FC5AD55-9555-4DAF-99DB-17541952AAF5}" dt="2022-01-26T09:47:19.782" v="335" actId="478"/>
          <ac:spMkLst>
            <pc:docMk/>
            <pc:sldMk cId="1462711695" sldId="261"/>
            <ac:spMk id="30" creationId="{79AD4247-9D6A-45FA-8D87-787168DF0CA0}"/>
          </ac:spMkLst>
        </pc:spChg>
        <pc:spChg chg="del">
          <ac:chgData name="Robert Reinbold" userId="dc68f04fc51408a0" providerId="LiveId" clId="{4FC5AD55-9555-4DAF-99DB-17541952AAF5}" dt="2022-01-26T09:47:22.588" v="336" actId="478"/>
          <ac:spMkLst>
            <pc:docMk/>
            <pc:sldMk cId="1462711695" sldId="261"/>
            <ac:spMk id="31" creationId="{F0C8F948-D797-46C8-A48E-A47009111707}"/>
          </ac:spMkLst>
        </pc:spChg>
        <pc:spChg chg="del">
          <ac:chgData name="Robert Reinbold" userId="dc68f04fc51408a0" providerId="LiveId" clId="{4FC5AD55-9555-4DAF-99DB-17541952AAF5}" dt="2022-01-26T09:47:19.782" v="335" actId="478"/>
          <ac:spMkLst>
            <pc:docMk/>
            <pc:sldMk cId="1462711695" sldId="261"/>
            <ac:spMk id="32" creationId="{90D2CF49-FEBB-4D16-9356-6DAA2B318551}"/>
          </ac:spMkLst>
        </pc:spChg>
        <pc:spChg chg="del">
          <ac:chgData name="Robert Reinbold" userId="dc68f04fc51408a0" providerId="LiveId" clId="{4FC5AD55-9555-4DAF-99DB-17541952AAF5}" dt="2022-01-26T09:47:22.588" v="336" actId="478"/>
          <ac:spMkLst>
            <pc:docMk/>
            <pc:sldMk cId="1462711695" sldId="261"/>
            <ac:spMk id="33" creationId="{64BED557-E41C-4501-9A91-7DE75BE13227}"/>
          </ac:spMkLst>
        </pc:spChg>
        <pc:spChg chg="del">
          <ac:chgData name="Robert Reinbold" userId="dc68f04fc51408a0" providerId="LiveId" clId="{4FC5AD55-9555-4DAF-99DB-17541952AAF5}" dt="2022-01-26T09:47:19.782" v="335" actId="478"/>
          <ac:spMkLst>
            <pc:docMk/>
            <pc:sldMk cId="1462711695" sldId="261"/>
            <ac:spMk id="37" creationId="{3E0877BF-4953-4F1B-BB24-EEAAB2AFE61E}"/>
          </ac:spMkLst>
        </pc:spChg>
        <pc:spChg chg="del">
          <ac:chgData name="Robert Reinbold" userId="dc68f04fc51408a0" providerId="LiveId" clId="{4FC5AD55-9555-4DAF-99DB-17541952AAF5}" dt="2022-01-26T09:47:19.782" v="335" actId="478"/>
          <ac:spMkLst>
            <pc:docMk/>
            <pc:sldMk cId="1462711695" sldId="261"/>
            <ac:spMk id="38" creationId="{41CCEC83-AA47-4889-A7A6-A79FAD3592B1}"/>
          </ac:spMkLst>
        </pc:spChg>
        <pc:spChg chg="del">
          <ac:chgData name="Robert Reinbold" userId="dc68f04fc51408a0" providerId="LiveId" clId="{4FC5AD55-9555-4DAF-99DB-17541952AAF5}" dt="2022-01-26T09:47:19.782" v="335" actId="478"/>
          <ac:spMkLst>
            <pc:docMk/>
            <pc:sldMk cId="1462711695" sldId="261"/>
            <ac:spMk id="39" creationId="{07783FB9-6499-4D71-BE7D-FA19D0287614}"/>
          </ac:spMkLst>
        </pc:spChg>
        <pc:spChg chg="del">
          <ac:chgData name="Robert Reinbold" userId="dc68f04fc51408a0" providerId="LiveId" clId="{4FC5AD55-9555-4DAF-99DB-17541952AAF5}" dt="2022-01-26T09:47:19.782" v="335" actId="478"/>
          <ac:spMkLst>
            <pc:docMk/>
            <pc:sldMk cId="1462711695" sldId="261"/>
            <ac:spMk id="40" creationId="{B58B1490-7309-4383-A4B8-C217D115CF91}"/>
          </ac:spMkLst>
        </pc:spChg>
        <pc:spChg chg="del">
          <ac:chgData name="Robert Reinbold" userId="dc68f04fc51408a0" providerId="LiveId" clId="{4FC5AD55-9555-4DAF-99DB-17541952AAF5}" dt="2022-01-26T09:47:22.588" v="336" actId="478"/>
          <ac:spMkLst>
            <pc:docMk/>
            <pc:sldMk cId="1462711695" sldId="261"/>
            <ac:spMk id="41" creationId="{94991D73-5798-4D8C-8DFD-7AB9F6159A25}"/>
          </ac:spMkLst>
        </pc:spChg>
        <pc:spChg chg="del">
          <ac:chgData name="Robert Reinbold" userId="dc68f04fc51408a0" providerId="LiveId" clId="{4FC5AD55-9555-4DAF-99DB-17541952AAF5}" dt="2022-01-26T09:47:19.782" v="335" actId="478"/>
          <ac:spMkLst>
            <pc:docMk/>
            <pc:sldMk cId="1462711695" sldId="261"/>
            <ac:spMk id="42" creationId="{FA1D5FCF-5558-45F5-BFB4-F2DC1F3E2725}"/>
          </ac:spMkLst>
        </pc:spChg>
        <pc:spChg chg="del">
          <ac:chgData name="Robert Reinbold" userId="dc68f04fc51408a0" providerId="LiveId" clId="{4FC5AD55-9555-4DAF-99DB-17541952AAF5}" dt="2022-01-26T09:47:19.782" v="335" actId="478"/>
          <ac:spMkLst>
            <pc:docMk/>
            <pc:sldMk cId="1462711695" sldId="261"/>
            <ac:spMk id="43" creationId="{2FDE4213-8605-4C77-B5D8-FFE06FAE4B67}"/>
          </ac:spMkLst>
        </pc:spChg>
        <pc:spChg chg="add mod">
          <ac:chgData name="Robert Reinbold" userId="dc68f04fc51408a0" providerId="LiveId" clId="{4FC5AD55-9555-4DAF-99DB-17541952AAF5}" dt="2022-01-26T10:09:41.084" v="516"/>
          <ac:spMkLst>
            <pc:docMk/>
            <pc:sldMk cId="1462711695" sldId="261"/>
            <ac:spMk id="50" creationId="{12560FFE-067F-4D94-AA24-BAD707B573CC}"/>
          </ac:spMkLst>
        </pc:spChg>
        <pc:spChg chg="add mod">
          <ac:chgData name="Robert Reinbold" userId="dc68f04fc51408a0" providerId="LiveId" clId="{4FC5AD55-9555-4DAF-99DB-17541952AAF5}" dt="2022-01-26T10:09:41.084" v="516"/>
          <ac:spMkLst>
            <pc:docMk/>
            <pc:sldMk cId="1462711695" sldId="261"/>
            <ac:spMk id="51" creationId="{B063FB7F-8978-4312-9321-8B8CF2C87DD2}"/>
          </ac:spMkLst>
        </pc:spChg>
        <pc:grpChg chg="add del mod">
          <ac:chgData name="Robert Reinbold" userId="dc68f04fc51408a0" providerId="LiveId" clId="{4FC5AD55-9555-4DAF-99DB-17541952AAF5}" dt="2022-01-26T10:09:40.353" v="515" actId="478"/>
          <ac:grpSpMkLst>
            <pc:docMk/>
            <pc:sldMk cId="1462711695" sldId="261"/>
            <ac:grpSpMk id="47" creationId="{4A88C2D2-43B8-4094-957B-19F3394EB35A}"/>
          </ac:grpSpMkLst>
        </pc:grpChg>
        <pc:grpChg chg="add mod">
          <ac:chgData name="Robert Reinbold" userId="dc68f04fc51408a0" providerId="LiveId" clId="{4FC5AD55-9555-4DAF-99DB-17541952AAF5}" dt="2022-01-26T10:09:41.084" v="516"/>
          <ac:grpSpMkLst>
            <pc:docMk/>
            <pc:sldMk cId="1462711695" sldId="261"/>
            <ac:grpSpMk id="53" creationId="{880A1A45-31F5-4C97-8C19-56920F12F1F2}"/>
          </ac:grpSpMkLst>
        </pc:grpChg>
        <pc:graphicFrameChg chg="add mod modGraphic">
          <ac:chgData name="Robert Reinbold" userId="dc68f04fc51408a0" providerId="LiveId" clId="{4FC5AD55-9555-4DAF-99DB-17541952AAF5}" dt="2022-01-26T10:04:34.161" v="452"/>
          <ac:graphicFrameMkLst>
            <pc:docMk/>
            <pc:sldMk cId="1462711695" sldId="261"/>
            <ac:graphicFrameMk id="23" creationId="{75DEDC74-4F7E-47EC-8B36-B84B3458D866}"/>
          </ac:graphicFrameMkLst>
        </pc:graphicFrameChg>
        <pc:graphicFrameChg chg="del">
          <ac:chgData name="Robert Reinbold" userId="dc68f04fc51408a0" providerId="LiveId" clId="{4FC5AD55-9555-4DAF-99DB-17541952AAF5}" dt="2022-01-26T09:47:19.782" v="335" actId="478"/>
          <ac:graphicFrameMkLst>
            <pc:docMk/>
            <pc:sldMk cId="1462711695" sldId="261"/>
            <ac:graphicFrameMk id="34" creationId="{4C215467-E21C-452D-A82F-A23BD0586E36}"/>
          </ac:graphicFrameMkLst>
        </pc:graphicFrameChg>
        <pc:graphicFrameChg chg="del">
          <ac:chgData name="Robert Reinbold" userId="dc68f04fc51408a0" providerId="LiveId" clId="{4FC5AD55-9555-4DAF-99DB-17541952AAF5}" dt="2022-01-26T09:47:22.588" v="336" actId="478"/>
          <ac:graphicFrameMkLst>
            <pc:docMk/>
            <pc:sldMk cId="1462711695" sldId="261"/>
            <ac:graphicFrameMk id="35" creationId="{82D6C9FE-2885-4733-8F6A-6AB088CE5C98}"/>
          </ac:graphicFrameMkLst>
        </pc:graphicFrameChg>
        <pc:graphicFrameChg chg="del">
          <ac:chgData name="Robert Reinbold" userId="dc68f04fc51408a0" providerId="LiveId" clId="{4FC5AD55-9555-4DAF-99DB-17541952AAF5}" dt="2022-01-26T09:47:19.782" v="335" actId="478"/>
          <ac:graphicFrameMkLst>
            <pc:docMk/>
            <pc:sldMk cId="1462711695" sldId="261"/>
            <ac:graphicFrameMk id="36" creationId="{ED47A8E9-E5CD-4346-998C-517AD2971F1F}"/>
          </ac:graphicFrameMkLst>
        </pc:graphicFrameChg>
        <pc:graphicFrameChg chg="add mod modGraphic">
          <ac:chgData name="Robert Reinbold" userId="dc68f04fc51408a0" providerId="LiveId" clId="{4FC5AD55-9555-4DAF-99DB-17541952AAF5}" dt="2022-01-26T10:04:40.417" v="455"/>
          <ac:graphicFrameMkLst>
            <pc:docMk/>
            <pc:sldMk cId="1462711695" sldId="261"/>
            <ac:graphicFrameMk id="45" creationId="{EA5B19F4-7C32-4063-AF96-D17E0EBFF81E}"/>
          </ac:graphicFrameMkLst>
        </pc:graphicFrameChg>
        <pc:graphicFrameChg chg="add mod modGraphic">
          <ac:chgData name="Robert Reinbold" userId="dc68f04fc51408a0" providerId="LiveId" clId="{4FC5AD55-9555-4DAF-99DB-17541952AAF5}" dt="2022-01-26T10:04:37.414" v="454"/>
          <ac:graphicFrameMkLst>
            <pc:docMk/>
            <pc:sldMk cId="1462711695" sldId="261"/>
            <ac:graphicFrameMk id="46" creationId="{245F932A-F2ED-4B39-8FA2-4F324736D652}"/>
          </ac:graphicFrameMkLst>
        </pc:graphicFrameChg>
        <pc:picChg chg="del">
          <ac:chgData name="Robert Reinbold" userId="dc68f04fc51408a0" providerId="LiveId" clId="{4FC5AD55-9555-4DAF-99DB-17541952AAF5}" dt="2022-01-26T10:09:40.353" v="515" actId="478"/>
          <ac:picMkLst>
            <pc:docMk/>
            <pc:sldMk cId="1462711695" sldId="261"/>
            <ac:picMk id="44" creationId="{91AC6A17-8745-45C4-9028-FC19EFE3F5A4}"/>
          </ac:picMkLst>
        </pc:picChg>
        <pc:picChg chg="mod">
          <ac:chgData name="Robert Reinbold" userId="dc68f04fc51408a0" providerId="LiveId" clId="{4FC5AD55-9555-4DAF-99DB-17541952AAF5}" dt="2022-01-26T10:04:49.219" v="457"/>
          <ac:picMkLst>
            <pc:docMk/>
            <pc:sldMk cId="1462711695" sldId="261"/>
            <ac:picMk id="48" creationId="{CDA92E00-6529-493E-9313-9DC99AD56765}"/>
          </ac:picMkLst>
        </pc:picChg>
        <pc:picChg chg="mod">
          <ac:chgData name="Robert Reinbold" userId="dc68f04fc51408a0" providerId="LiveId" clId="{4FC5AD55-9555-4DAF-99DB-17541952AAF5}" dt="2022-01-26T10:04:49.219" v="457"/>
          <ac:picMkLst>
            <pc:docMk/>
            <pc:sldMk cId="1462711695" sldId="261"/>
            <ac:picMk id="49" creationId="{DC23AFF5-A254-4CB0-B1C9-59AE92F0F437}"/>
          </ac:picMkLst>
        </pc:picChg>
        <pc:picChg chg="add mod">
          <ac:chgData name="Robert Reinbold" userId="dc68f04fc51408a0" providerId="LiveId" clId="{4FC5AD55-9555-4DAF-99DB-17541952AAF5}" dt="2022-01-26T10:09:41.084" v="516"/>
          <ac:picMkLst>
            <pc:docMk/>
            <pc:sldMk cId="1462711695" sldId="261"/>
            <ac:picMk id="52" creationId="{E3AE2A1C-1710-420D-8595-F89CF2FE7F8F}"/>
          </ac:picMkLst>
        </pc:picChg>
        <pc:picChg chg="mod">
          <ac:chgData name="Robert Reinbold" userId="dc68f04fc51408a0" providerId="LiveId" clId="{4FC5AD55-9555-4DAF-99DB-17541952AAF5}" dt="2022-01-26T10:09:41.084" v="516"/>
          <ac:picMkLst>
            <pc:docMk/>
            <pc:sldMk cId="1462711695" sldId="261"/>
            <ac:picMk id="54" creationId="{EF5F6CBA-7678-4FC5-9159-CD0DE1034736}"/>
          </ac:picMkLst>
        </pc:picChg>
        <pc:picChg chg="mod">
          <ac:chgData name="Robert Reinbold" userId="dc68f04fc51408a0" providerId="LiveId" clId="{4FC5AD55-9555-4DAF-99DB-17541952AAF5}" dt="2022-01-26T10:09:41.084" v="516"/>
          <ac:picMkLst>
            <pc:docMk/>
            <pc:sldMk cId="1462711695" sldId="261"/>
            <ac:picMk id="55" creationId="{BBC84984-97B2-4C4A-ADD3-2D6992AF0355}"/>
          </ac:picMkLst>
        </pc:picChg>
      </pc:sldChg>
      <pc:sldChg chg="del">
        <pc:chgData name="Robert Reinbold" userId="dc68f04fc51408a0" providerId="LiveId" clId="{4FC5AD55-9555-4DAF-99DB-17541952AAF5}" dt="2022-01-26T09:35:21.657" v="74" actId="2696"/>
        <pc:sldMkLst>
          <pc:docMk/>
          <pc:sldMk cId="3175019486" sldId="261"/>
        </pc:sldMkLst>
      </pc:sldChg>
      <pc:sldChg chg="new del">
        <pc:chgData name="Robert Reinbold" userId="dc68f04fc51408a0" providerId="LiveId" clId="{4FC5AD55-9555-4DAF-99DB-17541952AAF5}" dt="2022-01-26T10:08:55.025" v="488" actId="2696"/>
        <pc:sldMkLst>
          <pc:docMk/>
          <pc:sldMk cId="2082049579" sldId="262"/>
        </pc:sldMkLst>
      </pc:sldChg>
      <pc:sldChg chg="del">
        <pc:chgData name="Robert Reinbold" userId="dc68f04fc51408a0" providerId="LiveId" clId="{4FC5AD55-9555-4DAF-99DB-17541952AAF5}" dt="2022-01-26T09:35:21.657" v="74" actId="2696"/>
        <pc:sldMkLst>
          <pc:docMk/>
          <pc:sldMk cId="2139079930" sldId="262"/>
        </pc:sldMkLst>
      </pc:sldChg>
      <pc:sldChg chg="del">
        <pc:chgData name="Robert Reinbold" userId="dc68f04fc51408a0" providerId="LiveId" clId="{4FC5AD55-9555-4DAF-99DB-17541952AAF5}" dt="2022-01-26T09:35:21.657" v="74" actId="2696"/>
        <pc:sldMkLst>
          <pc:docMk/>
          <pc:sldMk cId="1276421143" sldId="263"/>
        </pc:sldMkLst>
      </pc:sldChg>
      <pc:sldChg chg="del">
        <pc:chgData name="Robert Reinbold" userId="dc68f04fc51408a0" providerId="LiveId" clId="{4FC5AD55-9555-4DAF-99DB-17541952AAF5}" dt="2022-01-26T09:35:21.657" v="74" actId="2696"/>
        <pc:sldMkLst>
          <pc:docMk/>
          <pc:sldMk cId="940458627" sldId="265"/>
        </pc:sldMkLst>
      </pc:sldChg>
      <pc:sldChg chg="del">
        <pc:chgData name="Robert Reinbold" userId="dc68f04fc51408a0" providerId="LiveId" clId="{4FC5AD55-9555-4DAF-99DB-17541952AAF5}" dt="2022-01-26T09:35:21.657" v="74" actId="2696"/>
        <pc:sldMkLst>
          <pc:docMk/>
          <pc:sldMk cId="1424819496" sldId="266"/>
        </pc:sldMkLst>
      </pc:sldChg>
      <pc:sldChg chg="del">
        <pc:chgData name="Robert Reinbold" userId="dc68f04fc51408a0" providerId="LiveId" clId="{4FC5AD55-9555-4DAF-99DB-17541952AAF5}" dt="2022-01-26T09:35:21.657" v="74" actId="2696"/>
        <pc:sldMkLst>
          <pc:docMk/>
          <pc:sldMk cId="3433863678" sldId="267"/>
        </pc:sldMkLst>
      </pc:sldChg>
      <pc:sldChg chg="del">
        <pc:chgData name="Robert Reinbold" userId="dc68f04fc51408a0" providerId="LiveId" clId="{4FC5AD55-9555-4DAF-99DB-17541952AAF5}" dt="2022-01-26T09:35:21.657" v="74" actId="2696"/>
        <pc:sldMkLst>
          <pc:docMk/>
          <pc:sldMk cId="3787911941" sldId="268"/>
        </pc:sldMkLst>
      </pc:sldChg>
      <pc:sldChg chg="del">
        <pc:chgData name="Robert Reinbold" userId="dc68f04fc51408a0" providerId="LiveId" clId="{4FC5AD55-9555-4DAF-99DB-17541952AAF5}" dt="2022-01-26T09:35:21.657" v="74" actId="2696"/>
        <pc:sldMkLst>
          <pc:docMk/>
          <pc:sldMk cId="653347511" sldId="270"/>
        </pc:sldMkLst>
      </pc:sldChg>
      <pc:sldChg chg="addSp delSp modSp add mod addAnim delAnim">
        <pc:chgData name="Robert Reinbold" userId="dc68f04fc51408a0" providerId="LiveId" clId="{4FC5AD55-9555-4DAF-99DB-17541952AAF5}" dt="2022-01-26T10:42:55.570" v="1026" actId="167"/>
        <pc:sldMkLst>
          <pc:docMk/>
          <pc:sldMk cId="330803109" sldId="947"/>
        </pc:sldMkLst>
        <pc:spChg chg="mod">
          <ac:chgData name="Robert Reinbold" userId="dc68f04fc51408a0" providerId="LiveId" clId="{4FC5AD55-9555-4DAF-99DB-17541952AAF5}" dt="2022-01-26T10:29:32.980" v="901" actId="1035"/>
          <ac:spMkLst>
            <pc:docMk/>
            <pc:sldMk cId="330803109" sldId="947"/>
            <ac:spMk id="7" creationId="{4BA01752-534D-41F2-84FF-406D7C1D4C76}"/>
          </ac:spMkLst>
        </pc:spChg>
        <pc:spChg chg="del mod">
          <ac:chgData name="Robert Reinbold" userId="dc68f04fc51408a0" providerId="LiveId" clId="{4FC5AD55-9555-4DAF-99DB-17541952AAF5}" dt="2022-01-26T10:16:26.030" v="730" actId="478"/>
          <ac:spMkLst>
            <pc:docMk/>
            <pc:sldMk cId="330803109" sldId="947"/>
            <ac:spMk id="8" creationId="{8CB15961-BBBC-46B6-ADDC-7A31835D6AF7}"/>
          </ac:spMkLst>
        </pc:spChg>
        <pc:spChg chg="del">
          <ac:chgData name="Robert Reinbold" userId="dc68f04fc51408a0" providerId="LiveId" clId="{4FC5AD55-9555-4DAF-99DB-17541952AAF5}" dt="2022-01-26T10:38:40.821" v="980" actId="478"/>
          <ac:spMkLst>
            <pc:docMk/>
            <pc:sldMk cId="330803109" sldId="947"/>
            <ac:spMk id="53" creationId="{45443621-8F17-41D2-A8C0-F2832567B0EA}"/>
          </ac:spMkLst>
        </pc:spChg>
        <pc:spChg chg="del">
          <ac:chgData name="Robert Reinbold" userId="dc68f04fc51408a0" providerId="LiveId" clId="{4FC5AD55-9555-4DAF-99DB-17541952AAF5}" dt="2022-01-26T10:38:45.492" v="983" actId="478"/>
          <ac:spMkLst>
            <pc:docMk/>
            <pc:sldMk cId="330803109" sldId="947"/>
            <ac:spMk id="54" creationId="{1AF96414-4D48-4855-9228-B57B6D63F8D6}"/>
          </ac:spMkLst>
        </pc:spChg>
        <pc:spChg chg="mod">
          <ac:chgData name="Robert Reinbold" userId="dc68f04fc51408a0" providerId="LiveId" clId="{4FC5AD55-9555-4DAF-99DB-17541952AAF5}" dt="2022-01-26T10:30:48.525" v="915" actId="404"/>
          <ac:spMkLst>
            <pc:docMk/>
            <pc:sldMk cId="330803109" sldId="947"/>
            <ac:spMk id="58" creationId="{A05584E6-8D48-4530-925E-C75574DB0BEB}"/>
          </ac:spMkLst>
        </pc:spChg>
        <pc:spChg chg="mod">
          <ac:chgData name="Robert Reinbold" userId="dc68f04fc51408a0" providerId="LiveId" clId="{4FC5AD55-9555-4DAF-99DB-17541952AAF5}" dt="2022-01-26T10:31:02.958" v="918" actId="14100"/>
          <ac:spMkLst>
            <pc:docMk/>
            <pc:sldMk cId="330803109" sldId="947"/>
            <ac:spMk id="59" creationId="{2EBEAE35-80DA-4041-A034-D273F26BA49A}"/>
          </ac:spMkLst>
        </pc:spChg>
        <pc:spChg chg="mod">
          <ac:chgData name="Robert Reinbold" userId="dc68f04fc51408a0" providerId="LiveId" clId="{4FC5AD55-9555-4DAF-99DB-17541952AAF5}" dt="2022-01-26T10:31:12.076" v="921" actId="404"/>
          <ac:spMkLst>
            <pc:docMk/>
            <pc:sldMk cId="330803109" sldId="947"/>
            <ac:spMk id="60" creationId="{6F8CCDF9-E4DB-455F-A0DC-38E8B8948562}"/>
          </ac:spMkLst>
        </pc:spChg>
        <pc:spChg chg="mod">
          <ac:chgData name="Robert Reinbold" userId="dc68f04fc51408a0" providerId="LiveId" clId="{4FC5AD55-9555-4DAF-99DB-17541952AAF5}" dt="2022-01-26T10:31:19.082" v="924" actId="404"/>
          <ac:spMkLst>
            <pc:docMk/>
            <pc:sldMk cId="330803109" sldId="947"/>
            <ac:spMk id="61" creationId="{B67ABA31-166A-4065-900F-1F2C07DC300F}"/>
          </ac:spMkLst>
        </pc:spChg>
        <pc:spChg chg="mod">
          <ac:chgData name="Robert Reinbold" userId="dc68f04fc51408a0" providerId="LiveId" clId="{4FC5AD55-9555-4DAF-99DB-17541952AAF5}" dt="2022-01-26T10:31:25.818" v="927" actId="404"/>
          <ac:spMkLst>
            <pc:docMk/>
            <pc:sldMk cId="330803109" sldId="947"/>
            <ac:spMk id="62" creationId="{014C01AD-29C5-4379-80DD-A4E610F7F689}"/>
          </ac:spMkLst>
        </pc:spChg>
        <pc:spChg chg="mod">
          <ac:chgData name="Robert Reinbold" userId="dc68f04fc51408a0" providerId="LiveId" clId="{4FC5AD55-9555-4DAF-99DB-17541952AAF5}" dt="2022-01-26T10:31:33.067" v="930" actId="404"/>
          <ac:spMkLst>
            <pc:docMk/>
            <pc:sldMk cId="330803109" sldId="947"/>
            <ac:spMk id="63" creationId="{0B6A44A9-AC95-45D0-8459-788DDB2085B4}"/>
          </ac:spMkLst>
        </pc:spChg>
        <pc:spChg chg="add del mod">
          <ac:chgData name="Robert Reinbold" userId="dc68f04fc51408a0" providerId="LiveId" clId="{4FC5AD55-9555-4DAF-99DB-17541952AAF5}" dt="2022-01-26T10:31:38.744" v="933" actId="404"/>
          <ac:spMkLst>
            <pc:docMk/>
            <pc:sldMk cId="330803109" sldId="947"/>
            <ac:spMk id="64" creationId="{C85BD055-2DE8-4C46-ADE8-1E200B2E9129}"/>
          </ac:spMkLst>
        </pc:spChg>
        <pc:spChg chg="mod">
          <ac:chgData name="Robert Reinbold" userId="dc68f04fc51408a0" providerId="LiveId" clId="{4FC5AD55-9555-4DAF-99DB-17541952AAF5}" dt="2022-01-26T10:31:44.217" v="936" actId="404"/>
          <ac:spMkLst>
            <pc:docMk/>
            <pc:sldMk cId="330803109" sldId="947"/>
            <ac:spMk id="65" creationId="{ADE6F0FB-3F23-4FBC-B192-41D18B927FF1}"/>
          </ac:spMkLst>
        </pc:spChg>
        <pc:spChg chg="del mod">
          <ac:chgData name="Robert Reinbold" userId="dc68f04fc51408a0" providerId="LiveId" clId="{4FC5AD55-9555-4DAF-99DB-17541952AAF5}" dt="2022-01-26T10:31:56.926" v="937" actId="478"/>
          <ac:spMkLst>
            <pc:docMk/>
            <pc:sldMk cId="330803109" sldId="947"/>
            <ac:spMk id="66" creationId="{E7E7A86C-E5AB-4635-B87E-238A49C8FEE2}"/>
          </ac:spMkLst>
        </pc:spChg>
        <pc:spChg chg="del mod">
          <ac:chgData name="Robert Reinbold" userId="dc68f04fc51408a0" providerId="LiveId" clId="{4FC5AD55-9555-4DAF-99DB-17541952AAF5}" dt="2022-01-26T10:31:56.926" v="937" actId="478"/>
          <ac:spMkLst>
            <pc:docMk/>
            <pc:sldMk cId="330803109" sldId="947"/>
            <ac:spMk id="67" creationId="{85E4D677-350E-4FC2-9BC6-C95143FB0165}"/>
          </ac:spMkLst>
        </pc:spChg>
        <pc:spChg chg="del mod">
          <ac:chgData name="Robert Reinbold" userId="dc68f04fc51408a0" providerId="LiveId" clId="{4FC5AD55-9555-4DAF-99DB-17541952AAF5}" dt="2022-01-26T10:31:56.926" v="937" actId="478"/>
          <ac:spMkLst>
            <pc:docMk/>
            <pc:sldMk cId="330803109" sldId="947"/>
            <ac:spMk id="68" creationId="{7F391FD8-C196-43C4-B400-9D2897B4B49B}"/>
          </ac:spMkLst>
        </pc:spChg>
        <pc:spChg chg="del mod">
          <ac:chgData name="Robert Reinbold" userId="dc68f04fc51408a0" providerId="LiveId" clId="{4FC5AD55-9555-4DAF-99DB-17541952AAF5}" dt="2022-01-26T10:31:56.926" v="937" actId="478"/>
          <ac:spMkLst>
            <pc:docMk/>
            <pc:sldMk cId="330803109" sldId="947"/>
            <ac:spMk id="69" creationId="{438CFD91-AE42-443D-BEF6-B15410AFBF9D}"/>
          </ac:spMkLst>
        </pc:spChg>
        <pc:spChg chg="add mod">
          <ac:chgData name="Robert Reinbold" userId="dc68f04fc51408a0" providerId="LiveId" clId="{4FC5AD55-9555-4DAF-99DB-17541952AAF5}" dt="2022-01-26T10:38:10.532" v="975" actId="1076"/>
          <ac:spMkLst>
            <pc:docMk/>
            <pc:sldMk cId="330803109" sldId="947"/>
            <ac:spMk id="70" creationId="{2EEBB6B6-B0AC-4050-AFE1-1D740DCBB5F3}"/>
          </ac:spMkLst>
        </pc:spChg>
        <pc:spChg chg="add mod">
          <ac:chgData name="Robert Reinbold" userId="dc68f04fc51408a0" providerId="LiveId" clId="{4FC5AD55-9555-4DAF-99DB-17541952AAF5}" dt="2022-01-26T10:09:45.537" v="517"/>
          <ac:spMkLst>
            <pc:docMk/>
            <pc:sldMk cId="330803109" sldId="947"/>
            <ac:spMk id="71" creationId="{9407E366-18A8-4080-872B-C997EC0EC1BE}"/>
          </ac:spMkLst>
        </pc:spChg>
        <pc:spChg chg="add mod">
          <ac:chgData name="Robert Reinbold" userId="dc68f04fc51408a0" providerId="LiveId" clId="{4FC5AD55-9555-4DAF-99DB-17541952AAF5}" dt="2022-01-26T10:29:32.980" v="901" actId="1035"/>
          <ac:spMkLst>
            <pc:docMk/>
            <pc:sldMk cId="330803109" sldId="947"/>
            <ac:spMk id="83" creationId="{E1300A81-1B33-4B9B-BCAC-D259727AE539}"/>
          </ac:spMkLst>
        </pc:spChg>
        <pc:spChg chg="add del mod">
          <ac:chgData name="Robert Reinbold" userId="dc68f04fc51408a0" providerId="LiveId" clId="{4FC5AD55-9555-4DAF-99DB-17541952AAF5}" dt="2022-01-26T10:29:32.980" v="901" actId="1035"/>
          <ac:spMkLst>
            <pc:docMk/>
            <pc:sldMk cId="330803109" sldId="947"/>
            <ac:spMk id="91" creationId="{1C2BE8DE-D1D5-4E42-A7F7-4096C8A58A45}"/>
          </ac:spMkLst>
        </pc:spChg>
        <pc:spChg chg="add mod">
          <ac:chgData name="Robert Reinbold" userId="dc68f04fc51408a0" providerId="LiveId" clId="{4FC5AD55-9555-4DAF-99DB-17541952AAF5}" dt="2022-01-26T10:29:32.980" v="901" actId="1035"/>
          <ac:spMkLst>
            <pc:docMk/>
            <pc:sldMk cId="330803109" sldId="947"/>
            <ac:spMk id="92" creationId="{7985B150-918C-4EC2-A733-7C52ADF2D68E}"/>
          </ac:spMkLst>
        </pc:spChg>
        <pc:spChg chg="add del mod">
          <ac:chgData name="Robert Reinbold" userId="dc68f04fc51408a0" providerId="LiveId" clId="{4FC5AD55-9555-4DAF-99DB-17541952AAF5}" dt="2022-01-26T10:37:55.494" v="972" actId="11529"/>
          <ac:spMkLst>
            <pc:docMk/>
            <pc:sldMk cId="330803109" sldId="947"/>
            <ac:spMk id="107" creationId="{0722BF52-4EB2-4431-B1EF-C8D3100922B2}"/>
          </ac:spMkLst>
        </pc:spChg>
        <pc:spChg chg="add mod">
          <ac:chgData name="Robert Reinbold" userId="dc68f04fc51408a0" providerId="LiveId" clId="{4FC5AD55-9555-4DAF-99DB-17541952AAF5}" dt="2022-01-26T10:38:17.528" v="976" actId="1076"/>
          <ac:spMkLst>
            <pc:docMk/>
            <pc:sldMk cId="330803109" sldId="947"/>
            <ac:spMk id="108" creationId="{EE81882B-DA2A-45CC-AA91-6864E2015A42}"/>
          </ac:spMkLst>
        </pc:spChg>
        <pc:spChg chg="add mod">
          <ac:chgData name="Robert Reinbold" userId="dc68f04fc51408a0" providerId="LiveId" clId="{4FC5AD55-9555-4DAF-99DB-17541952AAF5}" dt="2022-01-26T10:39:10.429" v="986" actId="1076"/>
          <ac:spMkLst>
            <pc:docMk/>
            <pc:sldMk cId="330803109" sldId="947"/>
            <ac:spMk id="109" creationId="{1FD72F31-A93A-42E1-8083-843D4ECD96AE}"/>
          </ac:spMkLst>
        </pc:spChg>
        <pc:spChg chg="add mod">
          <ac:chgData name="Robert Reinbold" userId="dc68f04fc51408a0" providerId="LiveId" clId="{4FC5AD55-9555-4DAF-99DB-17541952AAF5}" dt="2022-01-26T10:39:19.458" v="988" actId="1076"/>
          <ac:spMkLst>
            <pc:docMk/>
            <pc:sldMk cId="330803109" sldId="947"/>
            <ac:spMk id="110" creationId="{B57FF33C-8FF5-4546-9B3C-A1BDDCC5B985}"/>
          </ac:spMkLst>
        </pc:spChg>
        <pc:spChg chg="add mod">
          <ac:chgData name="Robert Reinbold" userId="dc68f04fc51408a0" providerId="LiveId" clId="{4FC5AD55-9555-4DAF-99DB-17541952AAF5}" dt="2022-01-26T10:39:34.459" v="990" actId="1076"/>
          <ac:spMkLst>
            <pc:docMk/>
            <pc:sldMk cId="330803109" sldId="947"/>
            <ac:spMk id="111" creationId="{3C32F2DE-84FE-4B46-804F-50AE9106A42B}"/>
          </ac:spMkLst>
        </pc:spChg>
        <pc:spChg chg="add mod">
          <ac:chgData name="Robert Reinbold" userId="dc68f04fc51408a0" providerId="LiveId" clId="{4FC5AD55-9555-4DAF-99DB-17541952AAF5}" dt="2022-01-26T10:39:41.320" v="992" actId="1076"/>
          <ac:spMkLst>
            <pc:docMk/>
            <pc:sldMk cId="330803109" sldId="947"/>
            <ac:spMk id="112" creationId="{9A0DDEF5-F2B9-42EC-BBBB-CDB4A00C2B0D}"/>
          </ac:spMkLst>
        </pc:spChg>
        <pc:spChg chg="add mod">
          <ac:chgData name="Robert Reinbold" userId="dc68f04fc51408a0" providerId="LiveId" clId="{4FC5AD55-9555-4DAF-99DB-17541952AAF5}" dt="2022-01-26T10:42:45.446" v="1024" actId="1038"/>
          <ac:spMkLst>
            <pc:docMk/>
            <pc:sldMk cId="330803109" sldId="947"/>
            <ac:spMk id="113" creationId="{5B3CD0DC-7109-4613-BA12-F083BDE622C1}"/>
          </ac:spMkLst>
        </pc:spChg>
        <pc:grpChg chg="mod">
          <ac:chgData name="Robert Reinbold" userId="dc68f04fc51408a0" providerId="LiveId" clId="{4FC5AD55-9555-4DAF-99DB-17541952AAF5}" dt="2022-01-26T10:41:44.254" v="1012" actId="1076"/>
          <ac:grpSpMkLst>
            <pc:docMk/>
            <pc:sldMk cId="330803109" sldId="947"/>
            <ac:grpSpMk id="48" creationId="{F95F4C9D-EF93-47AE-965F-31C7A842BDEA}"/>
          </ac:grpSpMkLst>
        </pc:grpChg>
        <pc:grpChg chg="add del mod">
          <ac:chgData name="Robert Reinbold" userId="dc68f04fc51408a0" providerId="LiveId" clId="{4FC5AD55-9555-4DAF-99DB-17541952AAF5}" dt="2022-01-26T10:38:46.501" v="984" actId="478"/>
          <ac:grpSpMkLst>
            <pc:docMk/>
            <pc:sldMk cId="330803109" sldId="947"/>
            <ac:grpSpMk id="49" creationId="{8B51E8FD-0EE8-471B-84B7-1C1923E73AE3}"/>
          </ac:grpSpMkLst>
        </pc:grpChg>
        <pc:grpChg chg="mod">
          <ac:chgData name="Robert Reinbold" userId="dc68f04fc51408a0" providerId="LiveId" clId="{4FC5AD55-9555-4DAF-99DB-17541952AAF5}" dt="2022-01-26T10:38:34.232" v="978" actId="14100"/>
          <ac:grpSpMkLst>
            <pc:docMk/>
            <pc:sldMk cId="330803109" sldId="947"/>
            <ac:grpSpMk id="56" creationId="{5893C8C6-EEFB-4C43-A57D-8A8A34207FBE}"/>
          </ac:grpSpMkLst>
        </pc:grpChg>
        <pc:grpChg chg="add mod">
          <ac:chgData name="Robert Reinbold" userId="dc68f04fc51408a0" providerId="LiveId" clId="{4FC5AD55-9555-4DAF-99DB-17541952AAF5}" dt="2022-01-26T10:09:45.537" v="517"/>
          <ac:grpSpMkLst>
            <pc:docMk/>
            <pc:sldMk cId="330803109" sldId="947"/>
            <ac:grpSpMk id="74" creationId="{0AB550F6-3F00-4417-BD43-92A2A9E34933}"/>
          </ac:grpSpMkLst>
        </pc:grpChg>
        <pc:picChg chg="add mod">
          <ac:chgData name="Robert Reinbold" userId="dc68f04fc51408a0" providerId="LiveId" clId="{4FC5AD55-9555-4DAF-99DB-17541952AAF5}" dt="2022-01-26T10:09:45.537" v="517"/>
          <ac:picMkLst>
            <pc:docMk/>
            <pc:sldMk cId="330803109" sldId="947"/>
            <ac:picMk id="72" creationId="{BD44B4C6-B553-4A49-A3B9-6D26C33B88AD}"/>
          </ac:picMkLst>
        </pc:picChg>
        <pc:picChg chg="mod">
          <ac:chgData name="Robert Reinbold" userId="dc68f04fc51408a0" providerId="LiveId" clId="{4FC5AD55-9555-4DAF-99DB-17541952AAF5}" dt="2022-01-26T10:09:45.537" v="517"/>
          <ac:picMkLst>
            <pc:docMk/>
            <pc:sldMk cId="330803109" sldId="947"/>
            <ac:picMk id="80" creationId="{A0E50D46-C0C8-4750-9903-F933738C740C}"/>
          </ac:picMkLst>
        </pc:picChg>
        <pc:picChg chg="mod">
          <ac:chgData name="Robert Reinbold" userId="dc68f04fc51408a0" providerId="LiveId" clId="{4FC5AD55-9555-4DAF-99DB-17541952AAF5}" dt="2022-01-26T10:09:45.537" v="517"/>
          <ac:picMkLst>
            <pc:docMk/>
            <pc:sldMk cId="330803109" sldId="947"/>
            <ac:picMk id="81" creationId="{298A38D5-BDE0-415A-AB4F-8C85F2CB9516}"/>
          </ac:picMkLst>
        </pc:picChg>
        <pc:cxnChg chg="mod">
          <ac:chgData name="Robert Reinbold" userId="dc68f04fc51408a0" providerId="LiveId" clId="{4FC5AD55-9555-4DAF-99DB-17541952AAF5}" dt="2022-01-26T10:33:01.500" v="941" actId="692"/>
          <ac:cxnSpMkLst>
            <pc:docMk/>
            <pc:sldMk cId="330803109" sldId="947"/>
            <ac:cxnSpMk id="73" creationId="{37A7DA8B-0012-4E1C-8F07-BD0BE9C0F771}"/>
          </ac:cxnSpMkLst>
        </pc:cxnChg>
        <pc:cxnChg chg="mod">
          <ac:chgData name="Robert Reinbold" userId="dc68f04fc51408a0" providerId="LiveId" clId="{4FC5AD55-9555-4DAF-99DB-17541952AAF5}" dt="2022-01-26T10:37:06.038" v="967" actId="692"/>
          <ac:cxnSpMkLst>
            <pc:docMk/>
            <pc:sldMk cId="330803109" sldId="947"/>
            <ac:cxnSpMk id="75" creationId="{C95B5F85-63B3-4F88-B2F0-6FF700D56976}"/>
          </ac:cxnSpMkLst>
        </pc:cxnChg>
        <pc:cxnChg chg="mod">
          <ac:chgData name="Robert Reinbold" userId="dc68f04fc51408a0" providerId="LiveId" clId="{4FC5AD55-9555-4DAF-99DB-17541952AAF5}" dt="2022-01-26T10:37:01.652" v="966" actId="692"/>
          <ac:cxnSpMkLst>
            <pc:docMk/>
            <pc:sldMk cId="330803109" sldId="947"/>
            <ac:cxnSpMk id="76" creationId="{E4BA5EE3-6C5E-475B-A8C4-6BFE9F6A0603}"/>
          </ac:cxnSpMkLst>
        </pc:cxnChg>
        <pc:cxnChg chg="mod">
          <ac:chgData name="Robert Reinbold" userId="dc68f04fc51408a0" providerId="LiveId" clId="{4FC5AD55-9555-4DAF-99DB-17541952AAF5}" dt="2022-01-26T10:36:49.945" v="964" actId="692"/>
          <ac:cxnSpMkLst>
            <pc:docMk/>
            <pc:sldMk cId="330803109" sldId="947"/>
            <ac:cxnSpMk id="77" creationId="{71C4B30F-706A-434A-88B5-4C24E79E35BF}"/>
          </ac:cxnSpMkLst>
        </pc:cxnChg>
        <pc:cxnChg chg="mod">
          <ac:chgData name="Robert Reinbold" userId="dc68f04fc51408a0" providerId="LiveId" clId="{4FC5AD55-9555-4DAF-99DB-17541952AAF5}" dt="2022-01-26T10:36:56.935" v="965" actId="692"/>
          <ac:cxnSpMkLst>
            <pc:docMk/>
            <pc:sldMk cId="330803109" sldId="947"/>
            <ac:cxnSpMk id="78" creationId="{DEA7C947-3EEB-418B-9754-7A9F7CC6C2CF}"/>
          </ac:cxnSpMkLst>
        </pc:cxnChg>
        <pc:cxnChg chg="mod">
          <ac:chgData name="Robert Reinbold" userId="dc68f04fc51408a0" providerId="LiveId" clId="{4FC5AD55-9555-4DAF-99DB-17541952AAF5}" dt="2022-01-26T10:36:40.907" v="962" actId="692"/>
          <ac:cxnSpMkLst>
            <pc:docMk/>
            <pc:sldMk cId="330803109" sldId="947"/>
            <ac:cxnSpMk id="79" creationId="{5C164D90-7A6B-4D6F-8A07-232C4241CE5C}"/>
          </ac:cxnSpMkLst>
        </pc:cxnChg>
        <pc:cxnChg chg="add del mod">
          <ac:chgData name="Robert Reinbold" userId="dc68f04fc51408a0" providerId="LiveId" clId="{4FC5AD55-9555-4DAF-99DB-17541952AAF5}" dt="2022-01-26T10:37:21.886" v="968" actId="692"/>
          <ac:cxnSpMkLst>
            <pc:docMk/>
            <pc:sldMk cId="330803109" sldId="947"/>
            <ac:cxnSpMk id="85" creationId="{CC81B3B3-F3CD-4A36-9750-B063398EC518}"/>
          </ac:cxnSpMkLst>
        </pc:cxnChg>
        <pc:cxnChg chg="mod">
          <ac:chgData name="Robert Reinbold" userId="dc68f04fc51408a0" providerId="LiveId" clId="{4FC5AD55-9555-4DAF-99DB-17541952AAF5}" dt="2022-01-26T10:36:27.372" v="960" actId="692"/>
          <ac:cxnSpMkLst>
            <pc:docMk/>
            <pc:sldMk cId="330803109" sldId="947"/>
            <ac:cxnSpMk id="86" creationId="{1A490C48-E7FB-4419-BDBC-EA4B16982FC1}"/>
          </ac:cxnSpMkLst>
        </pc:cxnChg>
        <pc:cxnChg chg="del mod">
          <ac:chgData name="Robert Reinbold" userId="dc68f04fc51408a0" providerId="LiveId" clId="{4FC5AD55-9555-4DAF-99DB-17541952AAF5}" dt="2022-01-26T10:31:56.926" v="937" actId="478"/>
          <ac:cxnSpMkLst>
            <pc:docMk/>
            <pc:sldMk cId="330803109" sldId="947"/>
            <ac:cxnSpMk id="87" creationId="{4EAB98D7-CBF0-4C19-9728-D355A70E576A}"/>
          </ac:cxnSpMkLst>
        </pc:cxnChg>
        <pc:cxnChg chg="del mod">
          <ac:chgData name="Robert Reinbold" userId="dc68f04fc51408a0" providerId="LiveId" clId="{4FC5AD55-9555-4DAF-99DB-17541952AAF5}" dt="2022-01-26T10:31:56.926" v="937" actId="478"/>
          <ac:cxnSpMkLst>
            <pc:docMk/>
            <pc:sldMk cId="330803109" sldId="947"/>
            <ac:cxnSpMk id="88" creationId="{8BF34BF3-5227-4386-9775-873CF383359C}"/>
          </ac:cxnSpMkLst>
        </pc:cxnChg>
        <pc:cxnChg chg="del mod">
          <ac:chgData name="Robert Reinbold" userId="dc68f04fc51408a0" providerId="LiveId" clId="{4FC5AD55-9555-4DAF-99DB-17541952AAF5}" dt="2022-01-26T10:31:56.926" v="937" actId="478"/>
          <ac:cxnSpMkLst>
            <pc:docMk/>
            <pc:sldMk cId="330803109" sldId="947"/>
            <ac:cxnSpMk id="89" creationId="{D5A868EE-0DA6-4792-93DB-2FD29541D7B3}"/>
          </ac:cxnSpMkLst>
        </pc:cxnChg>
        <pc:cxnChg chg="del mod">
          <ac:chgData name="Robert Reinbold" userId="dc68f04fc51408a0" providerId="LiveId" clId="{4FC5AD55-9555-4DAF-99DB-17541952AAF5}" dt="2022-01-26T10:31:56.926" v="937" actId="478"/>
          <ac:cxnSpMkLst>
            <pc:docMk/>
            <pc:sldMk cId="330803109" sldId="947"/>
            <ac:cxnSpMk id="90" creationId="{93A9D0C9-A12D-4154-801C-1C61E0BE090F}"/>
          </ac:cxnSpMkLst>
        </pc:cxnChg>
        <pc:cxnChg chg="add mod ord">
          <ac:chgData name="Robert Reinbold" userId="dc68f04fc51408a0" providerId="LiveId" clId="{4FC5AD55-9555-4DAF-99DB-17541952AAF5}" dt="2022-01-26T10:41:33.216" v="1008" actId="14100"/>
          <ac:cxnSpMkLst>
            <pc:docMk/>
            <pc:sldMk cId="330803109" sldId="947"/>
            <ac:cxnSpMk id="115" creationId="{BB6F16CF-C186-4E5E-94AB-8CB2D8903230}"/>
          </ac:cxnSpMkLst>
        </pc:cxnChg>
        <pc:cxnChg chg="add mod ord">
          <ac:chgData name="Robert Reinbold" userId="dc68f04fc51408a0" providerId="LiveId" clId="{4FC5AD55-9555-4DAF-99DB-17541952AAF5}" dt="2022-01-26T10:41:38.867" v="1009" actId="167"/>
          <ac:cxnSpMkLst>
            <pc:docMk/>
            <pc:sldMk cId="330803109" sldId="947"/>
            <ac:cxnSpMk id="118" creationId="{5E0C5E32-220A-4C0E-98BA-BDA93F8B2B5E}"/>
          </ac:cxnSpMkLst>
        </pc:cxnChg>
        <pc:cxnChg chg="add mod ord">
          <ac:chgData name="Robert Reinbold" userId="dc68f04fc51408a0" providerId="LiveId" clId="{4FC5AD55-9555-4DAF-99DB-17541952AAF5}" dt="2022-01-26T10:42:55.570" v="1026" actId="167"/>
          <ac:cxnSpMkLst>
            <pc:docMk/>
            <pc:sldMk cId="330803109" sldId="947"/>
            <ac:cxnSpMk id="122" creationId="{A1D0C6B8-BC81-4876-B06A-0326B843D1C9}"/>
          </ac:cxnSpMkLst>
        </pc:cxnChg>
        <pc:cxnChg chg="add mod ord">
          <ac:chgData name="Robert Reinbold" userId="dc68f04fc51408a0" providerId="LiveId" clId="{4FC5AD55-9555-4DAF-99DB-17541952AAF5}" dt="2022-01-26T10:42:52.123" v="1025" actId="167"/>
          <ac:cxnSpMkLst>
            <pc:docMk/>
            <pc:sldMk cId="330803109" sldId="947"/>
            <ac:cxnSpMk id="125" creationId="{BB1688D6-7A88-4481-B911-A8AB4F3AF67A}"/>
          </ac:cxnSpMkLst>
        </pc:cxnChg>
        <pc:cxnChg chg="add mod ord">
          <ac:chgData name="Robert Reinbold" userId="dc68f04fc51408a0" providerId="LiveId" clId="{4FC5AD55-9555-4DAF-99DB-17541952AAF5}" dt="2022-01-26T10:42:41.813" v="1022" actId="167"/>
          <ac:cxnSpMkLst>
            <pc:docMk/>
            <pc:sldMk cId="330803109" sldId="947"/>
            <ac:cxnSpMk id="128" creationId="{37942B9C-201A-4CE4-A103-0B3E036CCB20}"/>
          </ac:cxnSpMkLst>
        </pc:cxnChg>
      </pc:sldChg>
      <pc:sldMasterChg chg="setBg modSldLayout">
        <pc:chgData name="Robert Reinbold" userId="dc68f04fc51408a0" providerId="LiveId" clId="{4FC5AD55-9555-4DAF-99DB-17541952AAF5}" dt="2022-01-26T09:34:08.712" v="20" actId="167"/>
        <pc:sldMasterMkLst>
          <pc:docMk/>
          <pc:sldMasterMk cId="3126333769" sldId="2147483648"/>
        </pc:sldMasterMkLst>
        <pc:sldLayoutChg chg="modSp mod setBg">
          <pc:chgData name="Robert Reinbold" userId="dc68f04fc51408a0" providerId="LiveId" clId="{4FC5AD55-9555-4DAF-99DB-17541952AAF5}" dt="2022-01-26T09:32:42.044" v="8" actId="14100"/>
          <pc:sldLayoutMkLst>
            <pc:docMk/>
            <pc:sldMasterMk cId="1912656200" sldId="2147483676"/>
            <pc:sldLayoutMk cId="1396318473" sldId="2147483652"/>
          </pc:sldLayoutMkLst>
          <pc:spChg chg="mod">
            <ac:chgData name="Robert Reinbold" userId="dc68f04fc51408a0" providerId="LiveId" clId="{4FC5AD55-9555-4DAF-99DB-17541952AAF5}" dt="2022-01-26T09:32:19.058" v="5" actId="207"/>
            <ac:spMkLst>
              <pc:docMk/>
              <pc:sldMasterMk cId="1912656200" sldId="2147483676"/>
              <pc:sldLayoutMk cId="1396318473" sldId="2147483652"/>
              <ac:spMk id="2" creationId="{A4FAE01F-3DB5-4D75-A994-A9CB5D6B5981}"/>
            </ac:spMkLst>
          </pc:spChg>
          <pc:picChg chg="mod">
            <ac:chgData name="Robert Reinbold" userId="dc68f04fc51408a0" providerId="LiveId" clId="{4FC5AD55-9555-4DAF-99DB-17541952AAF5}" dt="2022-01-26T09:32:42.044" v="8" actId="14100"/>
            <ac:picMkLst>
              <pc:docMk/>
              <pc:sldMasterMk cId="1912656200" sldId="2147483676"/>
              <pc:sldLayoutMk cId="1396318473" sldId="2147483652"/>
              <ac:picMk id="11" creationId="{EB64C06C-54E9-48DC-A640-D95A52E1B5DA}"/>
            </ac:picMkLst>
          </pc:picChg>
        </pc:sldLayoutChg>
        <pc:sldLayoutChg chg="addSp modSp mod">
          <pc:chgData name="Robert Reinbold" userId="dc68f04fc51408a0" providerId="LiveId" clId="{4FC5AD55-9555-4DAF-99DB-17541952AAF5}" dt="2022-01-26T09:34:08.712" v="20" actId="167"/>
          <pc:sldLayoutMkLst>
            <pc:docMk/>
            <pc:sldMasterMk cId="3126333769" sldId="2147483648"/>
            <pc:sldLayoutMk cId="2214774820" sldId="2147483674"/>
          </pc:sldLayoutMkLst>
          <pc:spChg chg="add mod ord">
            <ac:chgData name="Robert Reinbold" userId="dc68f04fc51408a0" providerId="LiveId" clId="{4FC5AD55-9555-4DAF-99DB-17541952AAF5}" dt="2022-01-26T09:34:08.712" v="20" actId="167"/>
            <ac:spMkLst>
              <pc:docMk/>
              <pc:sldMasterMk cId="3126333769" sldId="2147483648"/>
              <pc:sldLayoutMk cId="2214774820" sldId="2147483674"/>
              <ac:spMk id="6" creationId="{3386651C-267C-4E71-8422-FE6054199A2D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101098"/>
      </p:ext>
    </p:extLst>
  </p:cSld>
  <p:clrMapOvr>
    <a:masterClrMapping/>
  </p:clrMapOvr>
</p:sldLayout>
</file>

<file path=ppt/slideLayouts/slideLayout2.xml><?xml version="1.0" encoding="utf-8"?>
<p:sldLayout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 userDrawn="1">
  <p:cSld name="1_Chapter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BD3296-1579-4524-BFBD-6F141B060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5E032A0-CDE5-4D80-AF9F-CCC7B91796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64F156-ACFB-4E4C-9AB6-B9203C3AE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6C134-1717-4C8E-BB85-1075A3CF3E32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EF7822-F411-4DA7-8ABD-DAE3EF01E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D2B0BA-D593-4DDC-8554-95B5F048D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FE942-958C-4B26-A297-79B8AA38C4E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2529973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B11F26-82BC-4A23-A827-814649370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7421F35-43CA-4A6B-9A6E-C9A22F5F0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1F885C-3557-4315-AC24-1472E815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6C134-1717-4C8E-BB85-1075A3CF3E32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88B258-8035-484D-9114-99901285C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8B55FC-3362-4A1B-B863-E7B55D785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FE942-958C-4B26-A297-79B8AA38C4E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9707827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2195F4-0086-46AC-BE5C-F45872B9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F958BC-7072-4BE0-B335-CA0F6F3C9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E7FF6D-C58B-4AC0-9E5B-350DC9843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6C134-1717-4C8E-BB85-1075A3CF3E32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4A7145-1D9B-4AC9-83E5-4CE7937D2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D6B8BE-37CB-4D3D-8368-D77AF9D9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FE942-958C-4B26-A297-79B8AA38C4E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1604409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51BB74-D51C-4906-A681-572EC9834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E3D5C0-2C09-4D95-9DD4-5CACDD80CA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5B494E0-D6D5-421F-A461-DEAE323FA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852EDC2-53A4-4591-BED9-523CAEAC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6C134-1717-4C8E-BB85-1075A3CF3E32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D589E6-37F8-4B02-BA7C-132433A98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BDB6E35-AB29-47B9-8AAD-CD527D3A7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FE942-958C-4B26-A297-79B8AA38C4E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3192167"/>
      </p:ext>
    </p:extLst>
  </p:cSld>
  <p:clrMapOvr>
    <a:masterClrMapping/>
  </p:clrMapOvr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FE3AEC-68FE-4EBC-8E74-47503FE41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ACF927-BC8C-49E4-B2BA-1D9506575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58CC5F-678C-4143-BBAC-A83B0B27A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85FB271-0341-40D0-B0C1-267A0D35B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DE03C2D-C4F5-4646-A71C-533B0ED05C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9B55A2D-EF1B-4B7C-AB0E-A8469FFC1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6C134-1717-4C8E-BB85-1075A3CF3E32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7CEEA59-6936-4FB4-9AB8-7458FCB6F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D4584FC-A3D9-4862-AE17-AED07AEB6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FE942-958C-4B26-A297-79B8AA38C4E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0808330"/>
      </p:ext>
    </p:extLst>
  </p:cSld>
  <p:clrMapOvr>
    <a:masterClrMapping/>
  </p:clrMapOvr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9DBDA8-3765-4F40-B9A4-9BDE47371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A18248-B313-4750-8EA1-B0EE78C0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6C134-1717-4C8E-BB85-1075A3CF3E32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FD47D15-0410-4C77-A9FE-28CA3BFF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290C2CB-015F-4114-94CB-AB802197A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FE942-958C-4B26-A297-79B8AA38C4E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8045055"/>
      </p:ext>
    </p:extLst>
  </p:cSld>
  <p:clrMapOvr>
    <a:masterClrMapping/>
  </p:clrMapOvr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85F294C-6362-4A3E-A74A-12EA29FA1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6C134-1717-4C8E-BB85-1075A3CF3E32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B39D91F-0269-4CAF-BBAB-7EC7222A6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6783FB6-2ED2-408E-9F80-B46C8BBB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FE942-958C-4B26-A297-79B8AA38C4E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7195568"/>
      </p:ext>
    </p:extLst>
  </p:cSld>
  <p:clrMapOvr>
    <a:masterClrMapping/>
  </p:clrMapOvr>
</p:sldLayout>
</file>

<file path=ppt/slideLayouts/slideLayout1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9051DD-B487-4D08-B36B-3ECC34D14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DFE9AF-9687-4DDB-A883-766FE8559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429B568-35C3-4B13-A21C-D5CBFAEB86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E00BD63-349D-4091-A451-5EAA35327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6C134-1717-4C8E-BB85-1075A3CF3E32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509A77-E1E2-4EC2-BFD0-88D8A5877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A6E466D-6301-4F30-ABCD-FDE53F37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FE942-958C-4B26-A297-79B8AA38C4E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8925066"/>
      </p:ext>
    </p:extLst>
  </p:cSld>
  <p:clrMapOvr>
    <a:masterClrMapping/>
  </p:clrMapOvr>
</p:sldLayout>
</file>

<file path=ppt/slideLayouts/slideLayout1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E90FDF-C85E-4363-8907-D893B1421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FE6A8F3-56A4-49ED-8974-6C355C28FA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22DAF3D-2C9F-4353-8F82-EAC3F6D36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CBA6B6-CBB1-48D4-902D-54F11A72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6C134-1717-4C8E-BB85-1075A3CF3E32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90AE16E-D1AE-444A-B1CA-63737DB9D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BD16386-061B-4216-AF17-8AAF85E3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FE942-958C-4B26-A297-79B8AA38C4E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8200678"/>
      </p:ext>
    </p:extLst>
  </p:cSld>
  <p:clrMapOvr>
    <a:masterClrMapping/>
  </p:clrMapOvr>
</p:sldLayout>
</file>

<file path=ppt/slideLayouts/slideLayout1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342AE8-3D9E-4C52-AC37-9BD6A963D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9EF91F1-C2C0-4896-B7C6-C4EA17392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79E9A7-4100-474D-ACFE-ED32266F6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6C134-1717-4C8E-BB85-1075A3CF3E32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9E73D1-0DAF-4B45-8428-D51DA0F2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84FF25-F53D-4844-BB42-46A97DCA7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FE942-958C-4B26-A297-79B8AA38C4E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1704717"/>
      </p:ext>
    </p:extLst>
  </p:cSld>
  <p:clrMapOvr>
    <a:masterClrMapping/>
  </p:clrMapOvr>
</p:sldLayout>
</file>

<file path=ppt/slideLayouts/slideLayout1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CBAF4CB-11A8-4EB5-A0A7-FC26971DE3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6C76BE2-DD66-454A-BF81-4DBF9A273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B60885-2D1C-4A0B-A20B-7C324941F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6C134-1717-4C8E-BB85-1075A3CF3E32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C57B78-003D-40A3-A10E-84F3E9251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DFDC19-8479-44D8-A715-9E9087DB9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FE942-958C-4B26-A297-79B8AA38C4E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576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461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0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9DBB88D-8155-4DD3-BDC8-BC505B4D7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697B99-6FAD-4933-9591-23832CBAC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C805E5-7D66-43C2-841A-41F053C7C2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6C134-1717-4C8E-BB85-1075A3CF3E32}" type="datetimeFigureOut">
              <a:rPr lang="de-DE" smtClean="0"/>
              <a:t>12.11.2025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B5A81F-5060-4D39-A98F-556E4BEE3F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4843F85-0A5F-4AC8-85B8-7981A54A9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FE942-958C-4B26-A297-79B8AA38C4E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9389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16="http://schemas.microsoft.com/office/drawing/2014/main" xmlns:a14="http://schemas.microsoft.com/office/drawing/2010/main" xmlns:asvg="http://schemas.microsoft.com/office/drawing/2016/SVG/main" xmlns:p14="http://schemas.microsoft.com/office/powerpoint/2010/main"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F2B4B74-60AA-463C-AC2F-67CC38DC5048}"/>
              </a:ext>
            </a:extLst>
          </p:cNvPr>
          <p:cNvSpPr/>
          <p:nvPr/>
        </p:nvSpPr>
        <p:spPr>
          <a:xfrm>
            <a:off x="-44334" y="-73761"/>
            <a:ext cx="12501880" cy="7035800"/>
          </a:xfrm>
          <a:prstGeom prst="rect">
            <a:avLst/>
          </a:prstGeom>
          <a:solidFill>
            <a:srgbClr val="0714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Parallelogramm 4">
            <a:extLst>
              <a:ext uri="{FF2B5EF4-FFF2-40B4-BE49-F238E27FC236}">
                <a16:creationId xmlns:a16="http://schemas.microsoft.com/office/drawing/2014/main" id="{E8B47863-9ECA-4268-AAF7-FBE40FC4B1F8}"/>
              </a:ext>
            </a:extLst>
          </p:cNvPr>
          <p:cNvSpPr/>
          <p:nvPr/>
        </p:nvSpPr>
        <p:spPr>
          <a:xfrm>
            <a:off x="-3745422" y="-104237"/>
            <a:ext cx="6017567" cy="8152015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78C48C5-CD83-48BC-A7D9-64C23A93885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44154" y="3380479"/>
            <a:ext cx="4287519" cy="33655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de-DE" sz="2000" dirty="0">
                <a:solidFill>
                  <a:schemeClr val="bg1"/>
                </a:solidFill>
                <a:latin typeface="Michroma" pitchFamily="2" charset="0"/>
              </a:rPr>
              <a:t>Status Report</a:t>
            </a:r>
            <a:endParaRPr lang="de-DE" sz="2000" dirty="0">
              <a:solidFill>
                <a:schemeClr val="bg1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64082AA-9E4D-42CA-891D-B658D139C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0852" y="-1423829"/>
            <a:ext cx="11358948" cy="1079120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3B00BDC-EEA3-4641-A26E-BC8C808525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94884" y="326448"/>
            <a:ext cx="2311935" cy="751617"/>
          </a:xfrm>
          <a:prstGeom prst="rect">
            <a:avLst/>
          </a:prstGeom>
        </p:spPr>
      </p:pic>
      <p:sp>
        <p:nvSpPr>
          <p:cNvPr id="14" name="Titel 3">
            <a:extLst>
              <a:ext uri="{FF2B5EF4-FFF2-40B4-BE49-F238E27FC236}">
                <a16:creationId xmlns:a16="http://schemas.microsoft.com/office/drawing/2014/main" id="{2F50767C-BF7C-439A-A0ED-0C15E2B6E2E7}"/>
              </a:ext>
            </a:extLst>
          </p:cNvPr>
          <p:cNvSpPr txBox="1">
            <a:spLocks/>
          </p:cNvSpPr>
          <p:nvPr/>
        </p:nvSpPr>
        <p:spPr>
          <a:xfrm>
            <a:off x="1844153" y="3107589"/>
            <a:ext cx="5963416" cy="336550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@[Entity.Customer]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@if[Customer.HasValue]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 - 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@endif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@[Domain.(Project).ToString]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 - </a:t>
            </a:r>
            <a:r>
              <a:rPr lang="en-US" sz="1200" dirty="0">
                <a:solidFill>
                  <a:schemeClr val="bg1"/>
                </a:solidFill>
                <a:latin typeface="Montserrat" panose="00000500000000000000" pitchFamily="2" charset="0"/>
              </a:rPr>
              <a:t>@[ReportDate]</a:t>
            </a:r>
          </a:p>
        </p:txBody>
      </p:sp>
    </p:spTree>
    <p:extLst>
      <p:ext uri="{BB962C8B-B14F-4D97-AF65-F5344CB8AC3E}">
        <p14:creationId xmlns:p14="http://schemas.microsoft.com/office/powerpoint/2010/main" val="124558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asvg="http://schemas.microsoft.com/office/drawing/2016/SVG/main" xmlns:a14="http://schemas.microsoft.com/office/drawing/2010/main" xmlns:a16="http://schemas.microsoft.com/office/drawing/2014/main">
      <p:transition/>
    </mc:Fallback>
  </mc:AlternateContent>
</p:sld>
</file>

<file path=ppt/slides/slide2.xml><?xml version="1.0" encoding="utf-8"?>
<p:sld xmlns:a16="http://schemas.microsoft.com/office/drawing/2014/main" xmlns:asvg="http://schemas.microsoft.com/office/drawing/2016/SVG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3C6D4531-3C03-4A96-BDA8-F7FF02A94F3E}"/>
              </a:ext>
            </a:extLst>
          </p:cNvPr>
          <p:cNvSpPr/>
          <p:nvPr/>
        </p:nvSpPr>
        <p:spPr>
          <a:xfrm>
            <a:off x="3164" y="-1379"/>
            <a:ext cx="12192000" cy="6858001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0B4F3384-DE09-4CBF-95A6-6B4305C1C4C6}"/>
              </a:ext>
            </a:extLst>
          </p:cNvPr>
          <p:cNvSpPr txBox="1">
            <a:spLocks/>
          </p:cNvSpPr>
          <p:nvPr/>
        </p:nvSpPr>
        <p:spPr>
          <a:xfrm>
            <a:off x="333511" y="421230"/>
            <a:ext cx="7464905" cy="25488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1200" b="1" dirty="0">
                <a:latin typeface="Montserrat" panose="00000500000000000000" pitchFamily="2" charset="0"/>
              </a:rPr>
              <a:t>Status Report</a:t>
            </a:r>
          </a:p>
        </p:txBody>
      </p:sp>
      <p:sp>
        <p:nvSpPr>
          <p:cNvPr id="60" name="Subtitle 3">
            <a:extLst>
              <a:ext uri="{FF2B5EF4-FFF2-40B4-BE49-F238E27FC236}">
                <a16:creationId xmlns:a16="http://schemas.microsoft.com/office/drawing/2014/main" id="{DD4C2B19-6EA3-4946-A783-5F13E3D7EEA0}"/>
              </a:ext>
            </a:extLst>
          </p:cNvPr>
          <p:cNvSpPr txBox="1">
            <a:spLocks/>
          </p:cNvSpPr>
          <p:nvPr/>
        </p:nvSpPr>
        <p:spPr>
          <a:xfrm>
            <a:off x="341260" y="232893"/>
            <a:ext cx="5334829" cy="20968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383840"/>
                </a:solidFill>
                <a:latin typeface="Montserrat" panose="00000500000000000000" pitchFamily="2" charset="0"/>
              </a:rPr>
              <a:t>@[Entity.ToString]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686D6ED-BB6D-4442-96D1-170753C85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83461" y="269650"/>
            <a:ext cx="1036530" cy="337218"/>
          </a:xfrm>
          <a:prstGeom prst="rect">
            <a:avLst/>
          </a:prstGeom>
        </p:spPr>
      </p:pic>
      <p:sp>
        <p:nvSpPr>
          <p:cNvPr id="70" name="Rechteck: abgerundete Ecken 69">
            <a:extLst>
              <a:ext uri="{FF2B5EF4-FFF2-40B4-BE49-F238E27FC236}">
                <a16:creationId xmlns:a16="http://schemas.microsoft.com/office/drawing/2014/main" id="{897E6082-3E8E-49D0-BA48-0A5DE95545F0}"/>
              </a:ext>
            </a:extLst>
          </p:cNvPr>
          <p:cNvSpPr/>
          <p:nvPr/>
        </p:nvSpPr>
        <p:spPr>
          <a:xfrm>
            <a:off x="341260" y="797668"/>
            <a:ext cx="2505849" cy="2801992"/>
          </a:xfrm>
          <a:prstGeom prst="roundRect">
            <a:avLst>
              <a:gd name="adj" fmla="val 24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053A61C-BD40-4811-8A2C-35ABA7E3F2DE}"/>
              </a:ext>
            </a:extLst>
          </p:cNvPr>
          <p:cNvSpPr txBox="1"/>
          <p:nvPr/>
        </p:nvSpPr>
        <p:spPr>
          <a:xfrm>
            <a:off x="407760" y="914991"/>
            <a:ext cx="2406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Montserrat" panose="00000500000000000000" pitchFamily="2" charset="0"/>
              </a:rPr>
              <a:t>Übersicht Projektstatus</a:t>
            </a:r>
          </a:p>
        </p:txBody>
      </p:sp>
      <p:sp>
        <p:nvSpPr>
          <p:cNvPr id="3" name="Rechteck: abgerundete Ecken 2" descr="LAST STATUS BG">
            <a:extLst>
              <a:ext uri="{FF2B5EF4-FFF2-40B4-BE49-F238E27FC236}">
                <a16:creationId xmlns:a16="http://schemas.microsoft.com/office/drawing/2014/main" id="{99E03ABF-50FE-4CFA-B822-CD0ED4C80FD2}"/>
              </a:ext>
            </a:extLst>
          </p:cNvPr>
          <p:cNvSpPr/>
          <p:nvPr/>
        </p:nvSpPr>
        <p:spPr>
          <a:xfrm>
            <a:off x="496836" y="1273526"/>
            <a:ext cx="396782" cy="383729"/>
          </a:xfrm>
          <a:prstGeom prst="roundRect">
            <a:avLst>
              <a:gd name="adj" fmla="val 19202"/>
            </a:avLst>
          </a:prstGeom>
          <a:solidFill>
            <a:srgbClr val="E4032E">
              <a:alpha val="1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1" name="Rechteck: abgerundete Ecken 20" descr="CURRENT STATUS BG">
            <a:extLst>
              <a:ext uri="{FF2B5EF4-FFF2-40B4-BE49-F238E27FC236}">
                <a16:creationId xmlns:a16="http://schemas.microsoft.com/office/drawing/2014/main" id="{EE139B74-7F3A-4C16-8EB9-D938C842CD44}"/>
              </a:ext>
            </a:extLst>
          </p:cNvPr>
          <p:cNvSpPr/>
          <p:nvPr/>
        </p:nvSpPr>
        <p:spPr>
          <a:xfrm>
            <a:off x="496836" y="1830639"/>
            <a:ext cx="396782" cy="383729"/>
          </a:xfrm>
          <a:prstGeom prst="roundRect">
            <a:avLst>
              <a:gd name="adj" fmla="val 19202"/>
            </a:avLst>
          </a:prstGeom>
          <a:solidFill>
            <a:srgbClr val="6BB700">
              <a:alpha val="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" name="Ellipse 61" descr="LAST STATUS">
            <a:extLst>
              <a:ext uri="{FF2B5EF4-FFF2-40B4-BE49-F238E27FC236}">
                <a16:creationId xmlns:a16="http://schemas.microsoft.com/office/drawing/2014/main" id="{525AABC3-4A9C-468A-ADBB-750616FA224C}"/>
              </a:ext>
            </a:extLst>
          </p:cNvPr>
          <p:cNvSpPr/>
          <p:nvPr/>
        </p:nvSpPr>
        <p:spPr bwMode="gray">
          <a:xfrm>
            <a:off x="607178" y="1375308"/>
            <a:ext cx="170552" cy="170551"/>
          </a:xfrm>
          <a:prstGeom prst="ellipse">
            <a:avLst/>
          </a:prstGeom>
          <a:solidFill>
            <a:srgbClr val="E4032E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 dirty="0">
              <a:latin typeface="+mj-lt"/>
            </a:endParaRPr>
          </a:p>
        </p:txBody>
      </p:sp>
      <p:sp>
        <p:nvSpPr>
          <p:cNvPr id="24" name="Ellipse 61" descr="CURRENT STATUS">
            <a:extLst>
              <a:ext uri="{FF2B5EF4-FFF2-40B4-BE49-F238E27FC236}">
                <a16:creationId xmlns:a16="http://schemas.microsoft.com/office/drawing/2014/main" id="{68DCD9DF-C3F7-4CBC-AFC5-C9C9B22EF789}"/>
              </a:ext>
            </a:extLst>
          </p:cNvPr>
          <p:cNvSpPr/>
          <p:nvPr/>
        </p:nvSpPr>
        <p:spPr bwMode="gray">
          <a:xfrm>
            <a:off x="607178" y="1931297"/>
            <a:ext cx="170552" cy="170551"/>
          </a:xfrm>
          <a:prstGeom prst="ellipse">
            <a:avLst/>
          </a:prstGeom>
          <a:solidFill>
            <a:srgbClr val="6BB7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 dirty="0">
              <a:latin typeface="+mj-lt"/>
            </a:endParaRPr>
          </a:p>
        </p:txBody>
      </p:sp>
      <p:cxnSp>
        <p:nvCxnSpPr>
          <p:cNvPr id="25" name="Straight Connector 72">
            <a:extLst>
              <a:ext uri="{FF2B5EF4-FFF2-40B4-BE49-F238E27FC236}">
                <a16:creationId xmlns:a16="http://schemas.microsoft.com/office/drawing/2014/main" id="{E6E16330-F856-480F-878B-D5D849AC01C2}"/>
              </a:ext>
            </a:extLst>
          </p:cNvPr>
          <p:cNvCxnSpPr>
            <a:cxnSpLocks/>
          </p:cNvCxnSpPr>
          <p:nvPr/>
        </p:nvCxnSpPr>
        <p:spPr>
          <a:xfrm>
            <a:off x="1003492" y="1483749"/>
            <a:ext cx="1244618" cy="0"/>
          </a:xfrm>
          <a:prstGeom prst="line">
            <a:avLst/>
          </a:prstGeom>
          <a:ln w="38100" cap="rnd">
            <a:solidFill>
              <a:srgbClr val="F2F4F6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72" descr="LAST PROGRESS STATUSBAR">
            <a:extLst>
              <a:ext uri="{FF2B5EF4-FFF2-40B4-BE49-F238E27FC236}">
                <a16:creationId xmlns:a16="http://schemas.microsoft.com/office/drawing/2014/main" id="{819E3658-59B8-4768-BA36-1BA508F35305}"/>
              </a:ext>
            </a:extLst>
          </p:cNvPr>
          <p:cNvCxnSpPr>
            <a:cxnSpLocks/>
          </p:cNvCxnSpPr>
          <p:nvPr/>
        </p:nvCxnSpPr>
        <p:spPr>
          <a:xfrm>
            <a:off x="1003492" y="1483749"/>
            <a:ext cx="232929" cy="0"/>
          </a:xfrm>
          <a:prstGeom prst="line">
            <a:avLst/>
          </a:prstGeom>
          <a:ln w="38100" cap="rnd">
            <a:solidFill>
              <a:srgbClr val="E4032E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47FD80BD-01C5-4567-A070-8E467541669F}"/>
              </a:ext>
            </a:extLst>
          </p:cNvPr>
          <p:cNvSpPr txBox="1"/>
          <p:nvPr/>
        </p:nvSpPr>
        <p:spPr>
          <a:xfrm>
            <a:off x="888071" y="1244088"/>
            <a:ext cx="13132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dirty="0">
                <a:latin typeface="Montserrat" panose="00000500000000000000" pitchFamily="2" charset="0"/>
              </a:rPr>
              <a:t>Letzter Fortschritt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36199DC8-C112-4398-A6C5-C38CDB3CE848}"/>
              </a:ext>
            </a:extLst>
          </p:cNvPr>
          <p:cNvSpPr txBox="1"/>
          <p:nvPr/>
        </p:nvSpPr>
        <p:spPr>
          <a:xfrm>
            <a:off x="903947" y="1515391"/>
            <a:ext cx="1626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latin typeface="Montserrat" panose="00000500000000000000" pitchFamily="2" charset="0"/>
              </a:rPr>
              <a:t>@[Entity.LastOverallProgress.Comment]</a:t>
            </a:r>
          </a:p>
        </p:txBody>
      </p:sp>
      <p:cxnSp>
        <p:nvCxnSpPr>
          <p:cNvPr id="39" name="Straight Connector 72">
            <a:extLst>
              <a:ext uri="{FF2B5EF4-FFF2-40B4-BE49-F238E27FC236}">
                <a16:creationId xmlns:a16="http://schemas.microsoft.com/office/drawing/2014/main" id="{4FB1DABC-01FE-4FF8-B3F8-D3997BCD2173}"/>
              </a:ext>
            </a:extLst>
          </p:cNvPr>
          <p:cNvCxnSpPr>
            <a:cxnSpLocks/>
          </p:cNvCxnSpPr>
          <p:nvPr/>
        </p:nvCxnSpPr>
        <p:spPr>
          <a:xfrm>
            <a:off x="1008822" y="2046381"/>
            <a:ext cx="1244618" cy="0"/>
          </a:xfrm>
          <a:prstGeom prst="line">
            <a:avLst/>
          </a:prstGeom>
          <a:ln w="38100" cap="rnd">
            <a:solidFill>
              <a:srgbClr val="F2F4F6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72" descr="PROGRESS STATUSBAR">
            <a:extLst>
              <a:ext uri="{FF2B5EF4-FFF2-40B4-BE49-F238E27FC236}">
                <a16:creationId xmlns:a16="http://schemas.microsoft.com/office/drawing/2014/main" id="{1D99B54C-5209-49F4-8BF9-5B65A7355C5B}"/>
              </a:ext>
            </a:extLst>
          </p:cNvPr>
          <p:cNvCxnSpPr>
            <a:cxnSpLocks/>
          </p:cNvCxnSpPr>
          <p:nvPr/>
        </p:nvCxnSpPr>
        <p:spPr>
          <a:xfrm>
            <a:off x="1008822" y="2046381"/>
            <a:ext cx="232929" cy="0"/>
          </a:xfrm>
          <a:prstGeom prst="line">
            <a:avLst/>
          </a:prstGeom>
          <a:ln w="38100" cap="rnd">
            <a:solidFill>
              <a:srgbClr val="6BB7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E28A76E1-74C9-45A0-A61C-BEC38A506725}"/>
              </a:ext>
            </a:extLst>
          </p:cNvPr>
          <p:cNvSpPr txBox="1"/>
          <p:nvPr/>
        </p:nvSpPr>
        <p:spPr>
          <a:xfrm>
            <a:off x="893401" y="1806720"/>
            <a:ext cx="13132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dirty="0">
                <a:latin typeface="Montserrat" panose="00000500000000000000" pitchFamily="2" charset="0"/>
              </a:rPr>
              <a:t>Gesamtfortschritt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12C371AA-6836-4F57-AED9-1A33AA1F6EBB}"/>
              </a:ext>
            </a:extLst>
          </p:cNvPr>
          <p:cNvSpPr txBox="1"/>
          <p:nvPr/>
        </p:nvSpPr>
        <p:spPr>
          <a:xfrm>
            <a:off x="909277" y="2078023"/>
            <a:ext cx="162652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latin typeface="Montserrat" panose="00000500000000000000" pitchFamily="2" charset="0"/>
              </a:rPr>
              <a:t>@[OverallProgress.Comment]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3E6EEBE-77B3-448C-8980-CAA20FA46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307" y="2465794"/>
            <a:ext cx="754114" cy="274223"/>
          </a:xfrm>
          <a:prstGeom prst="rect">
            <a:avLst/>
          </a:prstGeom>
        </p:spPr>
      </p:pic>
      <p:sp>
        <p:nvSpPr>
          <p:cNvPr id="44" name="Textfeld 43">
            <a:extLst>
              <a:ext uri="{FF2B5EF4-FFF2-40B4-BE49-F238E27FC236}">
                <a16:creationId xmlns:a16="http://schemas.microsoft.com/office/drawing/2014/main" id="{6F7FAC8E-8C6B-462A-BDEE-FFEFF9BE4C78}"/>
              </a:ext>
            </a:extLst>
          </p:cNvPr>
          <p:cNvSpPr txBox="1"/>
          <p:nvPr/>
        </p:nvSpPr>
        <p:spPr>
          <a:xfrm>
            <a:off x="756996" y="2495183"/>
            <a:ext cx="4794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>
                <a:solidFill>
                  <a:schemeClr val="bg1"/>
                </a:solidFill>
                <a:latin typeface="Montserrat" panose="00000500000000000000" pitchFamily="2" charset="0"/>
              </a:rPr>
              <a:t>@[Entity.ProgressFromLast:P0]</a:t>
            </a:r>
          </a:p>
        </p:txBody>
      </p:sp>
      <p:sp>
        <p:nvSpPr>
          <p:cNvPr id="45" name="Textfeld 44" descr="LAST PROGRESS TEXT">
            <a:extLst>
              <a:ext uri="{FF2B5EF4-FFF2-40B4-BE49-F238E27FC236}">
                <a16:creationId xmlns:a16="http://schemas.microsoft.com/office/drawing/2014/main" id="{DAE1431D-987F-45D0-91FD-44EE4C3AC6D7}"/>
              </a:ext>
            </a:extLst>
          </p:cNvPr>
          <p:cNvSpPr txBox="1"/>
          <p:nvPr/>
        </p:nvSpPr>
        <p:spPr>
          <a:xfrm>
            <a:off x="2268680" y="1365800"/>
            <a:ext cx="4794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800" dirty="0">
                <a:solidFill>
                  <a:srgbClr val="E4032E"/>
                </a:solidFill>
                <a:latin typeface="Montserrat" panose="00000500000000000000" pitchFamily="2" charset="0"/>
              </a:rPr>
              <a:t>@[Entity.LastOverallProgress.Progress:P0]</a:t>
            </a:r>
            <a:r>
              <a:rPr lang="de-DE" sz="800" dirty="0">
                <a:solidFill>
                  <a:srgbClr val="E4032E"/>
                </a:solidFill>
                <a:latin typeface="Montserrat" panose="00000500000000000000" pitchFamily="2" charset="0"/>
              </a:rPr>
              <a:t> </a:t>
            </a:r>
            <a:endParaRPr lang="de-DE" dirty="0">
              <a:solidFill>
                <a:srgbClr val="E4032E"/>
              </a:solidFill>
            </a:endParaRPr>
          </a:p>
        </p:txBody>
      </p:sp>
      <p:sp>
        <p:nvSpPr>
          <p:cNvPr id="46" name="Textfeld 45" descr="PROGRESS TEXT">
            <a:extLst>
              <a:ext uri="{FF2B5EF4-FFF2-40B4-BE49-F238E27FC236}">
                <a16:creationId xmlns:a16="http://schemas.microsoft.com/office/drawing/2014/main" id="{5D3732C7-6E67-4A6A-B6B5-BA1BDEBBC555}"/>
              </a:ext>
            </a:extLst>
          </p:cNvPr>
          <p:cNvSpPr txBox="1"/>
          <p:nvPr/>
        </p:nvSpPr>
        <p:spPr>
          <a:xfrm>
            <a:off x="2268680" y="1941619"/>
            <a:ext cx="4794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800" dirty="0">
                <a:solidFill>
                  <a:srgbClr val="6BB700"/>
                </a:solidFill>
                <a:latin typeface="Montserrat" panose="00000500000000000000" pitchFamily="2" charset="0"/>
              </a:rPr>
              <a:t>@[OverallProgress.Progress:P0]</a:t>
            </a:r>
            <a:r>
              <a:rPr lang="de-DE" sz="800" dirty="0">
                <a:solidFill>
                  <a:srgbClr val="6BB700"/>
                </a:solidFill>
                <a:latin typeface="Montserrat" panose="00000500000000000000" pitchFamily="2" charset="0"/>
              </a:rPr>
              <a:t> </a:t>
            </a:r>
            <a:endParaRPr lang="de-DE" dirty="0">
              <a:solidFill>
                <a:srgbClr val="6BB700"/>
              </a:solidFill>
            </a:endParaRPr>
          </a:p>
        </p:txBody>
      </p:sp>
      <p:sp>
        <p:nvSpPr>
          <p:cNvPr id="55" name="Rechteck: abgerundete Ecken 54">
            <a:extLst>
              <a:ext uri="{FF2B5EF4-FFF2-40B4-BE49-F238E27FC236}">
                <a16:creationId xmlns:a16="http://schemas.microsoft.com/office/drawing/2014/main" id="{51BB430C-2F6A-48FC-AA13-5CC54C3A93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972394" y="793649"/>
            <a:ext cx="8846259" cy="2801992"/>
          </a:xfrm>
          <a:prstGeom prst="roundRect">
            <a:avLst>
              <a:gd name="adj" fmla="val 24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0C17EF56-9E93-4D49-A444-71F1CDAA1E9F}"/>
              </a:ext>
            </a:extLst>
          </p:cNvPr>
          <p:cNvSpPr txBox="1"/>
          <p:nvPr/>
        </p:nvSpPr>
        <p:spPr>
          <a:xfrm>
            <a:off x="3119210" y="914991"/>
            <a:ext cx="24060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Montserrat" panose="00000500000000000000" pitchFamily="2" charset="0"/>
              </a:rPr>
              <a:t>Wichtige Projektkennzahlen</a:t>
            </a:r>
          </a:p>
        </p:txBody>
      </p:sp>
      <p:cxnSp>
        <p:nvCxnSpPr>
          <p:cNvPr id="62" name="Straight Connector 72">
            <a:extLst>
              <a:ext uri="{FF2B5EF4-FFF2-40B4-BE49-F238E27FC236}">
                <a16:creationId xmlns:a16="http://schemas.microsoft.com/office/drawing/2014/main" id="{AFE72A19-121F-42C2-9EDC-C91A3FD3E64D}"/>
              </a:ext>
            </a:extLst>
          </p:cNvPr>
          <p:cNvCxnSpPr>
            <a:cxnSpLocks/>
          </p:cNvCxnSpPr>
          <p:nvPr/>
        </p:nvCxnSpPr>
        <p:spPr>
          <a:xfrm>
            <a:off x="2964645" y="1408317"/>
            <a:ext cx="8851046" cy="0"/>
          </a:xfrm>
          <a:prstGeom prst="line">
            <a:avLst/>
          </a:prstGeom>
          <a:ln w="1270" cap="rnd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feld 66">
            <a:extLst>
              <a:ext uri="{FF2B5EF4-FFF2-40B4-BE49-F238E27FC236}">
                <a16:creationId xmlns:a16="http://schemas.microsoft.com/office/drawing/2014/main" id="{75D0F5CF-78EB-45EF-AC3A-E50D531B33AC}"/>
              </a:ext>
            </a:extLst>
          </p:cNvPr>
          <p:cNvSpPr txBox="1"/>
          <p:nvPr/>
        </p:nvSpPr>
        <p:spPr>
          <a:xfrm>
            <a:off x="3119210" y="1431631"/>
            <a:ext cx="19288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dirty="0">
                <a:latin typeface="Montserrat" panose="00000500000000000000" pitchFamily="2" charset="0"/>
              </a:rPr>
              <a:t>Budget</a:t>
            </a:r>
          </a:p>
        </p:txBody>
      </p:sp>
      <p:cxnSp>
        <p:nvCxnSpPr>
          <p:cNvPr id="76" name="Straight Connector 72">
            <a:extLst>
              <a:ext uri="{FF2B5EF4-FFF2-40B4-BE49-F238E27FC236}">
                <a16:creationId xmlns:a16="http://schemas.microsoft.com/office/drawing/2014/main" id="{08EFCF01-C56F-45EF-9970-3D1F59437625}"/>
              </a:ext>
            </a:extLst>
          </p:cNvPr>
          <p:cNvCxnSpPr>
            <a:cxnSpLocks/>
          </p:cNvCxnSpPr>
          <p:nvPr/>
        </p:nvCxnSpPr>
        <p:spPr>
          <a:xfrm>
            <a:off x="2964645" y="1672711"/>
            <a:ext cx="8851046" cy="0"/>
          </a:xfrm>
          <a:prstGeom prst="line">
            <a:avLst/>
          </a:prstGeom>
          <a:ln w="1270" cap="rnd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2">
            <a:extLst>
              <a:ext uri="{FF2B5EF4-FFF2-40B4-BE49-F238E27FC236}">
                <a16:creationId xmlns:a16="http://schemas.microsoft.com/office/drawing/2014/main" id="{99751168-D539-4E37-8FB7-D08328896720}"/>
              </a:ext>
            </a:extLst>
          </p:cNvPr>
          <p:cNvCxnSpPr>
            <a:cxnSpLocks/>
          </p:cNvCxnSpPr>
          <p:nvPr/>
        </p:nvCxnSpPr>
        <p:spPr>
          <a:xfrm>
            <a:off x="2964645" y="1955608"/>
            <a:ext cx="8851046" cy="0"/>
          </a:xfrm>
          <a:prstGeom prst="line">
            <a:avLst/>
          </a:prstGeom>
          <a:ln w="1270" cap="rnd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2">
            <a:extLst>
              <a:ext uri="{FF2B5EF4-FFF2-40B4-BE49-F238E27FC236}">
                <a16:creationId xmlns:a16="http://schemas.microsoft.com/office/drawing/2014/main" id="{E84E45C0-7446-4519-BC81-9186D7F97CC4}"/>
              </a:ext>
            </a:extLst>
          </p:cNvPr>
          <p:cNvCxnSpPr>
            <a:cxnSpLocks/>
          </p:cNvCxnSpPr>
          <p:nvPr/>
        </p:nvCxnSpPr>
        <p:spPr>
          <a:xfrm>
            <a:off x="2964645" y="2236861"/>
            <a:ext cx="8851046" cy="0"/>
          </a:xfrm>
          <a:prstGeom prst="line">
            <a:avLst/>
          </a:prstGeom>
          <a:ln w="1270" cap="rnd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2">
            <a:extLst>
              <a:ext uri="{FF2B5EF4-FFF2-40B4-BE49-F238E27FC236}">
                <a16:creationId xmlns:a16="http://schemas.microsoft.com/office/drawing/2014/main" id="{E775BEB2-0A87-4C53-A9C4-1F4F67A6063D}"/>
              </a:ext>
            </a:extLst>
          </p:cNvPr>
          <p:cNvCxnSpPr>
            <a:cxnSpLocks/>
          </p:cNvCxnSpPr>
          <p:nvPr/>
        </p:nvCxnSpPr>
        <p:spPr>
          <a:xfrm>
            <a:off x="2964645" y="2537428"/>
            <a:ext cx="8851046" cy="0"/>
          </a:xfrm>
          <a:prstGeom prst="line">
            <a:avLst/>
          </a:prstGeom>
          <a:ln w="1270" cap="rnd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feld 80">
            <a:extLst>
              <a:ext uri="{FF2B5EF4-FFF2-40B4-BE49-F238E27FC236}">
                <a16:creationId xmlns:a16="http://schemas.microsoft.com/office/drawing/2014/main" id="{0FB96705-02FC-4C1F-8C4D-747B0B2DDC69}"/>
              </a:ext>
            </a:extLst>
          </p:cNvPr>
          <p:cNvSpPr txBox="1"/>
          <p:nvPr/>
        </p:nvSpPr>
        <p:spPr>
          <a:xfrm>
            <a:off x="3119210" y="1707134"/>
            <a:ext cx="20566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dirty="0">
                <a:latin typeface="Montserrat" panose="00000500000000000000" pitchFamily="2" charset="0"/>
              </a:rPr>
              <a:t>Umfang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BFEC5113-6892-473B-A3AB-52F6EBDD24D9}"/>
              </a:ext>
            </a:extLst>
          </p:cNvPr>
          <p:cNvSpPr txBox="1"/>
          <p:nvPr/>
        </p:nvSpPr>
        <p:spPr>
          <a:xfrm>
            <a:off x="3119210" y="2578430"/>
            <a:ext cx="205664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dirty="0">
                <a:latin typeface="Montserrat" panose="00000500000000000000" pitchFamily="2" charset="0"/>
              </a:rPr>
              <a:t>Risiken und Probleme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35949153-44CF-4965-BE4E-5AE57F01BAB1}"/>
              </a:ext>
            </a:extLst>
          </p:cNvPr>
          <p:cNvSpPr txBox="1"/>
          <p:nvPr/>
        </p:nvSpPr>
        <p:spPr>
          <a:xfrm>
            <a:off x="3119210" y="2894052"/>
            <a:ext cx="171543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dirty="0">
                <a:latin typeface="Montserrat" panose="00000500000000000000" pitchFamily="2" charset="0"/>
              </a:rPr>
              <a:t>Abhängigkeiten</a:t>
            </a:r>
          </a:p>
        </p:txBody>
      </p:sp>
      <p:sp>
        <p:nvSpPr>
          <p:cNvPr id="84" name="Ellipse 61" descr="LAST BUDGET">
            <a:extLst>
              <a:ext uri="{FF2B5EF4-FFF2-40B4-BE49-F238E27FC236}">
                <a16:creationId xmlns:a16="http://schemas.microsoft.com/office/drawing/2014/main" id="{595505EC-3C4A-4E0C-BE6E-23255E7211A5}"/>
              </a:ext>
            </a:extLst>
          </p:cNvPr>
          <p:cNvSpPr/>
          <p:nvPr/>
        </p:nvSpPr>
        <p:spPr bwMode="gray">
          <a:xfrm>
            <a:off x="5272379" y="1508285"/>
            <a:ext cx="98627" cy="98626"/>
          </a:xfrm>
          <a:prstGeom prst="ellipse">
            <a:avLst/>
          </a:prstGeom>
          <a:solidFill>
            <a:srgbClr val="6BB7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 dirty="0">
              <a:latin typeface="+mj-lt"/>
            </a:endParaRPr>
          </a:p>
        </p:txBody>
      </p:sp>
      <p:sp>
        <p:nvSpPr>
          <p:cNvPr id="85" name="Ellipse 61" descr="BUDGET">
            <a:extLst>
              <a:ext uri="{FF2B5EF4-FFF2-40B4-BE49-F238E27FC236}">
                <a16:creationId xmlns:a16="http://schemas.microsoft.com/office/drawing/2014/main" id="{352A1B78-691D-48DF-838C-7E7482DEC407}"/>
              </a:ext>
            </a:extLst>
          </p:cNvPr>
          <p:cNvSpPr/>
          <p:nvPr/>
        </p:nvSpPr>
        <p:spPr bwMode="gray">
          <a:xfrm>
            <a:off x="6079064" y="1510067"/>
            <a:ext cx="98627" cy="98626"/>
          </a:xfrm>
          <a:prstGeom prst="ellipse">
            <a:avLst/>
          </a:prstGeom>
          <a:solidFill>
            <a:srgbClr val="6BB7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 dirty="0">
              <a:latin typeface="+mj-lt"/>
            </a:endParaRPr>
          </a:p>
        </p:txBody>
      </p:sp>
      <p:sp>
        <p:nvSpPr>
          <p:cNvPr id="86" name="Ellipse 61" descr="LAST SCOPE">
            <a:extLst>
              <a:ext uri="{FF2B5EF4-FFF2-40B4-BE49-F238E27FC236}">
                <a16:creationId xmlns:a16="http://schemas.microsoft.com/office/drawing/2014/main" id="{2BED7DB4-4AA3-4945-86E2-EDD299FD1D4A}"/>
              </a:ext>
            </a:extLst>
          </p:cNvPr>
          <p:cNvSpPr/>
          <p:nvPr/>
        </p:nvSpPr>
        <p:spPr bwMode="gray">
          <a:xfrm>
            <a:off x="5272379" y="1779544"/>
            <a:ext cx="98627" cy="98626"/>
          </a:xfrm>
          <a:prstGeom prst="ellipse">
            <a:avLst/>
          </a:prstGeom>
          <a:solidFill>
            <a:srgbClr val="6BB7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 dirty="0">
              <a:latin typeface="+mj-lt"/>
            </a:endParaRPr>
          </a:p>
        </p:txBody>
      </p:sp>
      <p:sp>
        <p:nvSpPr>
          <p:cNvPr id="87" name="Ellipse 61" descr="SCOPE">
            <a:extLst>
              <a:ext uri="{FF2B5EF4-FFF2-40B4-BE49-F238E27FC236}">
                <a16:creationId xmlns:a16="http://schemas.microsoft.com/office/drawing/2014/main" id="{788AD18C-3C80-4649-9B28-B2C1253D29A0}"/>
              </a:ext>
            </a:extLst>
          </p:cNvPr>
          <p:cNvSpPr/>
          <p:nvPr/>
        </p:nvSpPr>
        <p:spPr bwMode="gray">
          <a:xfrm>
            <a:off x="6079064" y="1781326"/>
            <a:ext cx="98627" cy="98626"/>
          </a:xfrm>
          <a:prstGeom prst="ellipse">
            <a:avLst/>
          </a:prstGeom>
          <a:solidFill>
            <a:srgbClr val="6BB7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 dirty="0">
              <a:latin typeface="+mj-lt"/>
            </a:endParaRPr>
          </a:p>
        </p:txBody>
      </p:sp>
      <p:sp>
        <p:nvSpPr>
          <p:cNvPr id="88" name="Ellipse 61" descr="LAST TIMELINE">
            <a:extLst>
              <a:ext uri="{FF2B5EF4-FFF2-40B4-BE49-F238E27FC236}">
                <a16:creationId xmlns:a16="http://schemas.microsoft.com/office/drawing/2014/main" id="{E0AE2BB7-209B-4B52-82E6-59DB44236C6E}"/>
              </a:ext>
            </a:extLst>
          </p:cNvPr>
          <p:cNvSpPr/>
          <p:nvPr/>
        </p:nvSpPr>
        <p:spPr bwMode="gray">
          <a:xfrm>
            <a:off x="5272379" y="2062802"/>
            <a:ext cx="98627" cy="98626"/>
          </a:xfrm>
          <a:prstGeom prst="ellipse">
            <a:avLst/>
          </a:prstGeom>
          <a:solidFill>
            <a:srgbClr val="E4032E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 dirty="0">
              <a:latin typeface="+mj-lt"/>
            </a:endParaRPr>
          </a:p>
        </p:txBody>
      </p:sp>
      <p:sp>
        <p:nvSpPr>
          <p:cNvPr id="89" name="Ellipse 61" descr="TIMELINE">
            <a:extLst>
              <a:ext uri="{FF2B5EF4-FFF2-40B4-BE49-F238E27FC236}">
                <a16:creationId xmlns:a16="http://schemas.microsoft.com/office/drawing/2014/main" id="{CD78B626-43D0-4BB6-9E9B-A74963718B4A}"/>
              </a:ext>
            </a:extLst>
          </p:cNvPr>
          <p:cNvSpPr/>
          <p:nvPr/>
        </p:nvSpPr>
        <p:spPr bwMode="gray">
          <a:xfrm>
            <a:off x="6079064" y="2064584"/>
            <a:ext cx="98627" cy="98626"/>
          </a:xfrm>
          <a:prstGeom prst="ellipse">
            <a:avLst/>
          </a:prstGeom>
          <a:solidFill>
            <a:srgbClr val="FFAA44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 dirty="0">
              <a:latin typeface="+mj-lt"/>
            </a:endParaRPr>
          </a:p>
        </p:txBody>
      </p:sp>
      <p:sp>
        <p:nvSpPr>
          <p:cNvPr id="90" name="Ellipse 61" descr="LAST RISK">
            <a:extLst>
              <a:ext uri="{FF2B5EF4-FFF2-40B4-BE49-F238E27FC236}">
                <a16:creationId xmlns:a16="http://schemas.microsoft.com/office/drawing/2014/main" id="{22E59B65-BD80-48AC-8972-FB3C76AE7E51}"/>
              </a:ext>
            </a:extLst>
          </p:cNvPr>
          <p:cNvSpPr/>
          <p:nvPr/>
        </p:nvSpPr>
        <p:spPr bwMode="gray">
          <a:xfrm>
            <a:off x="5272379" y="2679981"/>
            <a:ext cx="98627" cy="98626"/>
          </a:xfrm>
          <a:prstGeom prst="ellipse">
            <a:avLst/>
          </a:prstGeom>
          <a:solidFill>
            <a:srgbClr val="FFAA44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 dirty="0">
              <a:latin typeface="+mj-lt"/>
            </a:endParaRPr>
          </a:p>
        </p:txBody>
      </p:sp>
      <p:sp>
        <p:nvSpPr>
          <p:cNvPr id="91" name="Ellipse 61" descr="RISK">
            <a:extLst>
              <a:ext uri="{FF2B5EF4-FFF2-40B4-BE49-F238E27FC236}">
                <a16:creationId xmlns:a16="http://schemas.microsoft.com/office/drawing/2014/main" id="{622AA602-09C5-4C2D-8436-8966CDCE8595}"/>
              </a:ext>
            </a:extLst>
          </p:cNvPr>
          <p:cNvSpPr/>
          <p:nvPr/>
        </p:nvSpPr>
        <p:spPr bwMode="gray">
          <a:xfrm>
            <a:off x="6079064" y="2681763"/>
            <a:ext cx="98627" cy="98626"/>
          </a:xfrm>
          <a:prstGeom prst="ellipse">
            <a:avLst/>
          </a:prstGeom>
          <a:solidFill>
            <a:srgbClr val="6BB7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 dirty="0">
              <a:latin typeface="+mj-lt"/>
            </a:endParaRPr>
          </a:p>
        </p:txBody>
      </p:sp>
      <p:sp>
        <p:nvSpPr>
          <p:cNvPr id="92" name="Ellipse 61" descr="LAST DEPENDENCIES">
            <a:extLst>
              <a:ext uri="{FF2B5EF4-FFF2-40B4-BE49-F238E27FC236}">
                <a16:creationId xmlns:a16="http://schemas.microsoft.com/office/drawing/2014/main" id="{B8FAAB55-3836-472D-A068-D1E04627E9A1}"/>
              </a:ext>
            </a:extLst>
          </p:cNvPr>
          <p:cNvSpPr/>
          <p:nvPr/>
        </p:nvSpPr>
        <p:spPr bwMode="gray">
          <a:xfrm>
            <a:off x="5272379" y="2954380"/>
            <a:ext cx="98627" cy="98626"/>
          </a:xfrm>
          <a:prstGeom prst="ellipse">
            <a:avLst/>
          </a:prstGeom>
          <a:solidFill>
            <a:srgbClr val="FFAA44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 dirty="0">
              <a:latin typeface="+mj-lt"/>
            </a:endParaRPr>
          </a:p>
        </p:txBody>
      </p:sp>
      <p:sp>
        <p:nvSpPr>
          <p:cNvPr id="93" name="Ellipse 61" descr="DEPENDENCIES">
            <a:extLst>
              <a:ext uri="{FF2B5EF4-FFF2-40B4-BE49-F238E27FC236}">
                <a16:creationId xmlns:a16="http://schemas.microsoft.com/office/drawing/2014/main" id="{9306ADF9-999C-46B0-B8ED-CC572F2F854A}"/>
              </a:ext>
            </a:extLst>
          </p:cNvPr>
          <p:cNvSpPr/>
          <p:nvPr/>
        </p:nvSpPr>
        <p:spPr bwMode="gray">
          <a:xfrm>
            <a:off x="6079064" y="2956162"/>
            <a:ext cx="98627" cy="98626"/>
          </a:xfrm>
          <a:prstGeom prst="ellipse">
            <a:avLst/>
          </a:prstGeom>
          <a:solidFill>
            <a:srgbClr val="E4032E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 dirty="0">
              <a:latin typeface="+mj-lt"/>
            </a:endParaRP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66C857BE-F66A-4EC1-9EF6-B34A83C0825C}"/>
              </a:ext>
            </a:extLst>
          </p:cNvPr>
          <p:cNvSpPr txBox="1"/>
          <p:nvPr/>
        </p:nvSpPr>
        <p:spPr>
          <a:xfrm>
            <a:off x="3103822" y="2008563"/>
            <a:ext cx="20720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dirty="0">
                <a:latin typeface="Montserrat" panose="00000500000000000000" pitchFamily="2" charset="0"/>
              </a:rPr>
              <a:t>Zeitleiste</a:t>
            </a:r>
          </a:p>
        </p:txBody>
      </p:sp>
      <p:cxnSp>
        <p:nvCxnSpPr>
          <p:cNvPr id="111" name="Straight Connector 72">
            <a:extLst>
              <a:ext uri="{FF2B5EF4-FFF2-40B4-BE49-F238E27FC236}">
                <a16:creationId xmlns:a16="http://schemas.microsoft.com/office/drawing/2014/main" id="{E774BE58-89E6-4AE1-9A72-12665B75CDCB}"/>
              </a:ext>
            </a:extLst>
          </p:cNvPr>
          <p:cNvCxnSpPr>
            <a:cxnSpLocks/>
          </p:cNvCxnSpPr>
          <p:nvPr/>
        </p:nvCxnSpPr>
        <p:spPr>
          <a:xfrm>
            <a:off x="2964645" y="2845984"/>
            <a:ext cx="8851046" cy="0"/>
          </a:xfrm>
          <a:prstGeom prst="line">
            <a:avLst/>
          </a:prstGeom>
          <a:ln w="1270" cap="rnd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hteck: abgerundete Ecken 111">
            <a:extLst>
              <a:ext uri="{FF2B5EF4-FFF2-40B4-BE49-F238E27FC236}">
                <a16:creationId xmlns:a16="http://schemas.microsoft.com/office/drawing/2014/main" id="{DEB7CF30-7901-416E-A864-8A3360CB57E3}"/>
              </a:ext>
            </a:extLst>
          </p:cNvPr>
          <p:cNvSpPr/>
          <p:nvPr/>
        </p:nvSpPr>
        <p:spPr>
          <a:xfrm>
            <a:off x="341260" y="3716983"/>
            <a:ext cx="5677187" cy="2801992"/>
          </a:xfrm>
          <a:prstGeom prst="roundRect">
            <a:avLst>
              <a:gd name="adj" fmla="val 24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7E3B2486-5030-4F96-AEBF-646993485C5E}"/>
              </a:ext>
            </a:extLst>
          </p:cNvPr>
          <p:cNvSpPr txBox="1"/>
          <p:nvPr/>
        </p:nvSpPr>
        <p:spPr>
          <a:xfrm>
            <a:off x="488076" y="3838325"/>
            <a:ext cx="51380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Montserrat" panose="00000500000000000000" pitchFamily="2" charset="0"/>
              </a:rPr>
              <a:t>Die wichtigsten Risiken und Probleme</a:t>
            </a:r>
          </a:p>
        </p:txBody>
      </p:sp>
      <p:sp>
        <p:nvSpPr>
          <p:cNvPr id="170" name="Rechteck: abgerundete Ecken 169">
            <a:extLst>
              <a:ext uri="{FF2B5EF4-FFF2-40B4-BE49-F238E27FC236}">
                <a16:creationId xmlns:a16="http://schemas.microsoft.com/office/drawing/2014/main" id="{273349F3-8599-4659-888A-33414AFD6DE7}"/>
              </a:ext>
            </a:extLst>
          </p:cNvPr>
          <p:cNvSpPr/>
          <p:nvPr/>
        </p:nvSpPr>
        <p:spPr>
          <a:xfrm>
            <a:off x="6138504" y="3711084"/>
            <a:ext cx="5677187" cy="2801992"/>
          </a:xfrm>
          <a:prstGeom prst="roundRect">
            <a:avLst>
              <a:gd name="adj" fmla="val 24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1" name="Textfeld 170">
            <a:extLst>
              <a:ext uri="{FF2B5EF4-FFF2-40B4-BE49-F238E27FC236}">
                <a16:creationId xmlns:a16="http://schemas.microsoft.com/office/drawing/2014/main" id="{72CF9E14-8D75-4AF9-9E6C-237AFF68AF7B}"/>
              </a:ext>
            </a:extLst>
          </p:cNvPr>
          <p:cNvSpPr txBox="1"/>
          <p:nvPr/>
        </p:nvSpPr>
        <p:spPr>
          <a:xfrm>
            <a:off x="6285320" y="3832426"/>
            <a:ext cx="51380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Montserrat" panose="00000500000000000000" pitchFamily="2" charset="0"/>
              </a:rPr>
              <a:t>Aktuelle Meilensteine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0ED68C5C-263C-4277-9862-4EA67974CD4E}"/>
              </a:ext>
            </a:extLst>
          </p:cNvPr>
          <p:cNvSpPr txBox="1"/>
          <p:nvPr/>
        </p:nvSpPr>
        <p:spPr>
          <a:xfrm>
            <a:off x="6285320" y="4121980"/>
            <a:ext cx="54352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latin typeface="Montserrat" panose="00000500000000000000" pitchFamily="2" charset="0"/>
              </a:rPr>
              <a:t>			                   	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F4F0CDC0-C334-4D0C-A22F-D499D96D92B6}"/>
              </a:ext>
            </a:extLst>
          </p:cNvPr>
          <p:cNvSpPr txBox="1"/>
          <p:nvPr/>
        </p:nvSpPr>
        <p:spPr>
          <a:xfrm>
            <a:off x="6848474" y="1443906"/>
            <a:ext cx="479488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latin typeface="Montserrat" panose="00000500000000000000" pitchFamily="2" charset="0"/>
              </a:rPr>
              <a:t>@[Entity.Budget.Comment]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49500682-C66C-46FD-887B-D021E2BBA9FF}"/>
              </a:ext>
            </a:extLst>
          </p:cNvPr>
          <p:cNvSpPr txBox="1"/>
          <p:nvPr/>
        </p:nvSpPr>
        <p:spPr>
          <a:xfrm>
            <a:off x="6848474" y="1720904"/>
            <a:ext cx="479488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latin typeface="Montserrat" panose="00000500000000000000" pitchFamily="2" charset="0"/>
              </a:rPr>
              <a:t>@[Entity.Scope.Comment]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98DAB321-1C70-4996-BDD4-E2FF45D447EB}"/>
              </a:ext>
            </a:extLst>
          </p:cNvPr>
          <p:cNvSpPr txBox="1"/>
          <p:nvPr/>
        </p:nvSpPr>
        <p:spPr>
          <a:xfrm>
            <a:off x="6848474" y="2008688"/>
            <a:ext cx="479488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latin typeface="Montserrat" panose="00000500000000000000" pitchFamily="2" charset="0"/>
              </a:rPr>
              <a:t>@[Entity.TimeLine.Comment]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705D190E-A2E3-4D7F-9C17-D39B2782755C}"/>
              </a:ext>
            </a:extLst>
          </p:cNvPr>
          <p:cNvSpPr txBox="1"/>
          <p:nvPr/>
        </p:nvSpPr>
        <p:spPr>
          <a:xfrm>
            <a:off x="6848474" y="2576914"/>
            <a:ext cx="479488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latin typeface="Montserrat" panose="00000500000000000000" pitchFamily="2" charset="0"/>
              </a:rPr>
              <a:t>@[Entity.RisksAndIssues.Comment]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AA554280-7F47-470F-96F0-7A008B0C73F5}"/>
              </a:ext>
            </a:extLst>
          </p:cNvPr>
          <p:cNvSpPr txBox="1"/>
          <p:nvPr/>
        </p:nvSpPr>
        <p:spPr>
          <a:xfrm>
            <a:off x="6848474" y="2913362"/>
            <a:ext cx="479488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latin typeface="Montserrat" panose="00000500000000000000" pitchFamily="2" charset="0"/>
              </a:rPr>
              <a:t>@[Entity.Dependencies.Comment]</a:t>
            </a:r>
          </a:p>
        </p:txBody>
      </p:sp>
      <p:graphicFrame>
        <p:nvGraphicFramePr>
          <p:cNvPr id="96" name="Tabelle 4">
            <a:extLst>
              <a:ext uri="{FF2B5EF4-FFF2-40B4-BE49-F238E27FC236}">
                <a16:creationId xmlns:a16="http://schemas.microsoft.com/office/drawing/2014/main" id="{9017461F-7632-40AB-BA5F-264750F99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729020"/>
              </p:ext>
            </p:extLst>
          </p:nvPr>
        </p:nvGraphicFramePr>
        <p:xfrm>
          <a:off x="6316350" y="4328493"/>
          <a:ext cx="3023553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6293">
                  <a:extLst>
                    <a:ext uri="{9D8B030D-6E8A-4147-A177-3AD203B41FA5}">
                      <a16:colId xmlns:a16="http://schemas.microsoft.com/office/drawing/2014/main" val="233992851"/>
                    </a:ext>
                  </a:extLst>
                </a:gridCol>
                <a:gridCol w="987425">
                  <a:extLst>
                    <a:ext uri="{9D8B030D-6E8A-4147-A177-3AD203B41FA5}">
                      <a16:colId xmlns:a16="http://schemas.microsoft.com/office/drawing/2014/main" val="1525251280"/>
                    </a:ext>
                  </a:extLst>
                </a:gridCol>
                <a:gridCol w="1219835">
                  <a:extLst>
                    <a:ext uri="{9D8B030D-6E8A-4147-A177-3AD203B41FA5}">
                      <a16:colId xmlns:a16="http://schemas.microsoft.com/office/drawing/2014/main" val="1991248772"/>
                    </a:ext>
                  </a:extLst>
                </a:gridCol>
              </a:tblGrid>
              <a:tr h="27432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22208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600" dirty="0">
                          <a:latin typeface="Montserrat" panose="00000500000000000000" pitchFamily="2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741980"/>
                  </a:ext>
                </a:extLst>
              </a:tr>
              <a:tr h="27432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sz="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7772887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0F801B7-99D9-4768-9781-88D7F78AC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662147"/>
              </p:ext>
            </p:extLst>
          </p:nvPr>
        </p:nvGraphicFramePr>
        <p:xfrm>
          <a:off x="341259" y="4084546"/>
          <a:ext cx="5677930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860">
                  <a:extLst>
                    <a:ext uri="{9D8B030D-6E8A-4147-A177-3AD203B41FA5}">
                      <a16:colId xmlns:a16="http://schemas.microsoft.com/office/drawing/2014/main" val="1841345766"/>
                    </a:ext>
                  </a:extLst>
                </a:gridCol>
                <a:gridCol w="2776657">
                  <a:extLst>
                    <a:ext uri="{9D8B030D-6E8A-4147-A177-3AD203B41FA5}">
                      <a16:colId xmlns:a16="http://schemas.microsoft.com/office/drawing/2014/main" val="213261080"/>
                    </a:ext>
                  </a:extLst>
                </a:gridCol>
                <a:gridCol w="2475133">
                  <a:extLst>
                    <a:ext uri="{9D8B030D-6E8A-4147-A177-3AD203B41FA5}">
                      <a16:colId xmlns:a16="http://schemas.microsoft.com/office/drawing/2014/main" val="33667935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0521012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endParaRPr lang="en-US" sz="600" b="1" kern="120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b="1" dirty="0">
                          <a:latin typeface="Montserrat" panose="00000500000000000000" pitchFamily="2" charset="0"/>
                        </a:rPr>
                        <a:t>Risk (R) / </a:t>
                      </a:r>
                      <a:r>
                        <a:rPr lang="de-DE" sz="600" b="1" dirty="0" err="1">
                          <a:latin typeface="Montserrat" panose="00000500000000000000" pitchFamily="2" charset="0"/>
                        </a:rPr>
                        <a:t>Issue</a:t>
                      </a:r>
                      <a:r>
                        <a:rPr lang="de-DE" sz="600" b="1" dirty="0">
                          <a:latin typeface="Montserrat" panose="00000500000000000000" pitchFamily="2" charset="0"/>
                        </a:rPr>
                        <a:t> (I)</a:t>
                      </a:r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b="1" dirty="0">
                          <a:latin typeface="Montserrat" panose="00000500000000000000" pitchFamily="2" charset="0"/>
                        </a:rPr>
                        <a:t>Migration </a:t>
                      </a:r>
                      <a:r>
                        <a:rPr lang="de-DE" sz="600" b="1" dirty="0" err="1">
                          <a:latin typeface="Montserrat" panose="00000500000000000000" pitchFamily="2" charset="0"/>
                        </a:rPr>
                        <a:t>Measure</a:t>
                      </a:r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3793753"/>
                  </a:ext>
                </a:extLst>
              </a:tr>
              <a:tr h="216000">
                <a:tc gridSpan="4">
                  <a:txBody>
                    <a:bodyPr/>
                    <a:lstStyle/>
                    <a:p>
                      <a:r>
                        <a:rPr lang="de-DE" sz="600" dirty="0">
                          <a:latin typeface="Montserrat" panose="00000500000000000000" pitchFamily="2" charset="0"/>
                        </a:rPr>
                        <a:t>@foreach[Entity.TopRisksAndIssues.Element] as $r</a:t>
                      </a:r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T w="3175" cap="flat" cmpd="sng" algn="ctr">
                      <a:solidFill>
                        <a:srgbClr val="8C9A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T w="3175" cap="flat" cmpd="sng" algn="ctr">
                      <a:solidFill>
                        <a:srgbClr val="8C9A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T w="3175" cap="flat" cmpd="sng" algn="ctr">
                      <a:solidFill>
                        <a:srgbClr val="8C9A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48870971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latin typeface="Montserrat" panose="00000500000000000000" pitchFamily="2" charset="0"/>
                        </a:rPr>
                        <a:t>(</a:t>
                      </a:r>
                      <a:r>
                        <a:rPr lang="de-DE" sz="600" dirty="0">
                          <a:latin typeface="Montserrat" panose="00000500000000000000" pitchFamily="2" charset="0"/>
                        </a:rPr>
                        <a:t>@[$r.Type]</a:t>
                      </a:r>
                      <a:r>
                        <a:rPr lang="de-DE" sz="600" dirty="0">
                          <a:latin typeface="Montserrat" panose="00000500000000000000" pitchFamily="2" charset="0"/>
                        </a:rPr>
                        <a:t>) </a:t>
                      </a:r>
                      <a:r>
                        <a:rPr lang="de-DE" sz="600" dirty="0">
                          <a:latin typeface="Montserrat" panose="00000500000000000000" pitchFamily="2" charset="0"/>
                        </a:rPr>
                        <a:t>@[$r.RiskOrIssue]</a:t>
                      </a:r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Montserrat" panose="00000500000000000000" pitchFamily="2" charset="0"/>
                        </a:rPr>
                        <a:t>@[$r.MitigationMeasure]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9501146"/>
                  </a:ext>
                </a:extLst>
              </a:tr>
              <a:tr h="21600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600" dirty="0">
                          <a:latin typeface="Montserrat" panose="00000500000000000000" pitchFamily="2" charset="0"/>
                        </a:rPr>
                        <a:t>@endforeach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T w="3175" cap="flat" cmpd="sng" algn="ctr">
                      <a:solidFill>
                        <a:srgbClr val="8C9A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>
                      <a:noFill/>
                    </a:lnL>
                    <a:lnT w="3175" cap="flat" cmpd="sng" algn="ctr">
                      <a:solidFill>
                        <a:srgbClr val="8C9A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T w="3175" cap="flat" cmpd="sng" algn="ctr">
                      <a:solidFill>
                        <a:srgbClr val="8C9A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25055253"/>
                  </a:ext>
                </a:extLst>
              </a:tr>
            </a:tbl>
          </a:graphicData>
        </a:graphic>
      </p:graphicFrame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BAE8E4BE-6299-40BD-ACC7-55E504120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256642"/>
              </p:ext>
            </p:extLst>
          </p:nvPr>
        </p:nvGraphicFramePr>
        <p:xfrm>
          <a:off x="6138504" y="4078647"/>
          <a:ext cx="5677188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0727">
                  <a:extLst>
                    <a:ext uri="{9D8B030D-6E8A-4147-A177-3AD203B41FA5}">
                      <a16:colId xmlns:a16="http://schemas.microsoft.com/office/drawing/2014/main" val="1567159957"/>
                    </a:ext>
                  </a:extLst>
                </a:gridCol>
                <a:gridCol w="3479107">
                  <a:extLst>
                    <a:ext uri="{9D8B030D-6E8A-4147-A177-3AD203B41FA5}">
                      <a16:colId xmlns:a16="http://schemas.microsoft.com/office/drawing/2014/main" val="1225988037"/>
                    </a:ext>
                  </a:extLst>
                </a:gridCol>
                <a:gridCol w="892079">
                  <a:extLst>
                    <a:ext uri="{9D8B030D-6E8A-4147-A177-3AD203B41FA5}">
                      <a16:colId xmlns:a16="http://schemas.microsoft.com/office/drawing/2014/main" val="2898409472"/>
                    </a:ext>
                  </a:extLst>
                </a:gridCol>
                <a:gridCol w="892079">
                  <a:extLst>
                    <a:ext uri="{9D8B030D-6E8A-4147-A177-3AD203B41FA5}">
                      <a16:colId xmlns:a16="http://schemas.microsoft.com/office/drawing/2014/main" val="1665534895"/>
                    </a:ext>
                  </a:extLst>
                </a:gridCol>
                <a:gridCol w="203196">
                  <a:extLst>
                    <a:ext uri="{9D8B030D-6E8A-4147-A177-3AD203B41FA5}">
                      <a16:colId xmlns:a16="http://schemas.microsoft.com/office/drawing/2014/main" val="81645489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b="1" dirty="0">
                          <a:latin typeface="Montserrat" panose="00000500000000000000" pitchFamily="2" charset="0"/>
                        </a:rPr>
                        <a:t>Milestone</a:t>
                      </a:r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b="1" dirty="0">
                          <a:latin typeface="Montserrat" panose="00000500000000000000" pitchFamily="2" charset="0"/>
                        </a:rPr>
                        <a:t>Target Date</a:t>
                      </a:r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b="1" dirty="0" err="1">
                          <a:latin typeface="Montserrat" panose="00000500000000000000" pitchFamily="2" charset="0"/>
                        </a:rPr>
                        <a:t>Actual</a:t>
                      </a:r>
                      <a:r>
                        <a:rPr lang="de-DE" sz="600" b="1" dirty="0">
                          <a:latin typeface="Montserrat" panose="00000500000000000000" pitchFamily="2" charset="0"/>
                        </a:rPr>
                        <a:t> Date</a:t>
                      </a:r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4143245"/>
                  </a:ext>
                </a:extLst>
              </a:tr>
              <a:tr h="21600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600" dirty="0">
                          <a:latin typeface="Montserrat" panose="00000500000000000000" pitchFamily="2" charset="0"/>
                        </a:rPr>
                        <a:t>@foreach[Entity.RecentMilestones.Element] as $r</a:t>
                      </a: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70316123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latin typeface="Montserrat" panose="00000500000000000000" pitchFamily="2" charset="0"/>
                        </a:rPr>
                        <a:t>@[$r.Milestone]</a:t>
                      </a:r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Montserrat" panose="00000500000000000000" pitchFamily="2" charset="0"/>
                        </a:rPr>
                        <a:t>@[$r.TargetDate]</a:t>
                      </a: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Montserrat" panose="00000500000000000000" pitchFamily="2" charset="0"/>
                        </a:rPr>
                        <a:t>@[$r.ActualDate]</a:t>
                      </a: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21918399"/>
                  </a:ext>
                </a:extLst>
              </a:tr>
              <a:tr h="21600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600" dirty="0">
                          <a:latin typeface="Montserrat" panose="00000500000000000000" pitchFamily="2" charset="0"/>
                        </a:rPr>
                        <a:t>@endforeach</a:t>
                      </a: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28929131"/>
                  </a:ext>
                </a:extLst>
              </a:tr>
            </a:tbl>
          </a:graphicData>
        </a:graphic>
      </p:graphicFrame>
      <p:sp>
        <p:nvSpPr>
          <p:cNvPr id="99" name="Textfeld 60">
            <a:extLst>
              <a:ext uri="{FF2B5EF4-FFF2-40B4-BE49-F238E27FC236}">
                <a16:creationId xmlns:a16="http://schemas.microsoft.com/office/drawing/2014/main" id="{EE690AC7-67B8-4EC5-B618-4E1C93E86CF7}"/>
              </a:ext>
            </a:extLst>
          </p:cNvPr>
          <p:cNvSpPr txBox="1"/>
          <p:nvPr/>
        </p:nvSpPr>
        <p:spPr>
          <a:xfrm>
            <a:off x="3143028" y="3227315"/>
            <a:ext cx="370544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dirty="0">
                <a:latin typeface="Montserrat" panose="00000500000000000000" pitchFamily="2" charset="0"/>
              </a:rPr>
              <a:t>Kosten</a:t>
            </a:r>
            <a:r>
              <a:rPr lang="de-DE" sz="700" b="1" dirty="0">
                <a:latin typeface="Montserrat" panose="00000500000000000000" pitchFamily="2" charset="0"/>
              </a:rPr>
              <a:t>	</a:t>
            </a:r>
            <a:r>
              <a:rPr lang="de-DE" sz="500" dirty="0">
                <a:latin typeface="Montserrat" panose="00000500000000000000" pitchFamily="2" charset="0"/>
              </a:rPr>
              <a:t>Fakturiert: </a:t>
            </a:r>
            <a:r>
              <a:rPr lang="de-DE" sz="500" dirty="0">
                <a:latin typeface="Montserrat" panose="00000500000000000000" pitchFamily="2" charset="0"/>
              </a:rPr>
              <a:t>@[ConsumedCost.BilledCost]</a:t>
            </a:r>
            <a:r>
              <a:rPr lang="de-DE" sz="500" dirty="0">
                <a:latin typeface="Montserrat" panose="00000500000000000000" pitchFamily="2" charset="0"/>
              </a:rPr>
              <a:t>	Verbrauch: </a:t>
            </a:r>
            <a:r>
              <a:rPr lang="de-DE" sz="500" dirty="0">
                <a:latin typeface="Montserrat" panose="00000500000000000000" pitchFamily="2" charset="0"/>
              </a:rPr>
              <a:t>@[ConsumedCost.ConsumedCost]</a:t>
            </a:r>
            <a:r>
              <a:rPr lang="de-DE" sz="500" dirty="0">
                <a:latin typeface="Montserrat" panose="00000500000000000000" pitchFamily="2" charset="0"/>
              </a:rPr>
              <a:t>	Max: </a:t>
            </a:r>
            <a:r>
              <a:rPr lang="de-DE" sz="500" dirty="0">
                <a:latin typeface="Montserrat" panose="00000500000000000000" pitchFamily="2" charset="0"/>
              </a:rPr>
              <a:t>@[ConsumedCost.MaxCost]</a:t>
            </a:r>
            <a:endParaRPr lang="de-DE" sz="600" dirty="0">
              <a:latin typeface="Montserrat" panose="00000500000000000000" pitchFamily="2" charset="0"/>
            </a:endParaRPr>
          </a:p>
        </p:txBody>
      </p:sp>
      <p:cxnSp>
        <p:nvCxnSpPr>
          <p:cNvPr id="68" name="Straight Connector 72" descr="CC MAX">
            <a:extLst>
              <a:ext uri="{FF2B5EF4-FFF2-40B4-BE49-F238E27FC236}">
                <a16:creationId xmlns:a16="http://schemas.microsoft.com/office/drawing/2014/main" id="{E9355E55-93F9-4600-A72D-6A892D56FFBD}"/>
              </a:ext>
            </a:extLst>
          </p:cNvPr>
          <p:cNvCxnSpPr>
            <a:cxnSpLocks/>
          </p:cNvCxnSpPr>
          <p:nvPr/>
        </p:nvCxnSpPr>
        <p:spPr>
          <a:xfrm>
            <a:off x="3240000" y="3470798"/>
            <a:ext cx="3382205" cy="9264"/>
          </a:xfrm>
          <a:prstGeom prst="line">
            <a:avLst/>
          </a:prstGeom>
          <a:ln w="38100" cap="rnd">
            <a:solidFill>
              <a:srgbClr val="F2F4F6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72" descr="CC CONSUMED">
            <a:extLst>
              <a:ext uri="{FF2B5EF4-FFF2-40B4-BE49-F238E27FC236}">
                <a16:creationId xmlns:a16="http://schemas.microsoft.com/office/drawing/2014/main" id="{949FCD5E-FDC4-46DC-85E2-7E732AEB672D}"/>
              </a:ext>
            </a:extLst>
          </p:cNvPr>
          <p:cNvCxnSpPr>
            <a:cxnSpLocks/>
          </p:cNvCxnSpPr>
          <p:nvPr/>
        </p:nvCxnSpPr>
        <p:spPr>
          <a:xfrm flipV="1">
            <a:off x="3239998" y="3473108"/>
            <a:ext cx="1755865" cy="2322"/>
          </a:xfrm>
          <a:prstGeom prst="line">
            <a:avLst/>
          </a:prstGeom>
          <a:ln w="38100" cap="rnd">
            <a:solidFill>
              <a:srgbClr val="6BB700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72" descr="CC BILLED">
            <a:extLst>
              <a:ext uri="{FF2B5EF4-FFF2-40B4-BE49-F238E27FC236}">
                <a16:creationId xmlns:a16="http://schemas.microsoft.com/office/drawing/2014/main" id="{8AA1CA7E-DB8E-4EB0-9912-AEE831C4FD79}"/>
              </a:ext>
            </a:extLst>
          </p:cNvPr>
          <p:cNvCxnSpPr>
            <a:cxnSpLocks/>
          </p:cNvCxnSpPr>
          <p:nvPr/>
        </p:nvCxnSpPr>
        <p:spPr>
          <a:xfrm>
            <a:off x="3239999" y="3475430"/>
            <a:ext cx="1317714" cy="0"/>
          </a:xfrm>
          <a:prstGeom prst="line">
            <a:avLst/>
          </a:prstGeom>
          <a:ln w="38100" cap="rnd">
            <a:solidFill>
              <a:srgbClr val="6BB70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feld 60">
            <a:extLst>
              <a:ext uri="{FF2B5EF4-FFF2-40B4-BE49-F238E27FC236}">
                <a16:creationId xmlns:a16="http://schemas.microsoft.com/office/drawing/2014/main" id="{852641BA-0CB5-4F41-97F1-2B0DF5D2EF63}"/>
              </a:ext>
            </a:extLst>
          </p:cNvPr>
          <p:cNvSpPr txBox="1"/>
          <p:nvPr/>
        </p:nvSpPr>
        <p:spPr>
          <a:xfrm>
            <a:off x="6854870" y="3239308"/>
            <a:ext cx="456847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 dirty="0">
                <a:latin typeface="Montserrat" panose="00000500000000000000" pitchFamily="2" charset="0"/>
              </a:rPr>
              <a:t>Zeit</a:t>
            </a:r>
            <a:r>
              <a:rPr lang="de-DE" sz="700" b="1" dirty="0">
                <a:latin typeface="Montserrat" panose="00000500000000000000" pitchFamily="2" charset="0"/>
              </a:rPr>
              <a:t>	</a:t>
            </a:r>
            <a:r>
              <a:rPr lang="de-DE" sz="500" dirty="0">
                <a:latin typeface="Montserrat" panose="00000500000000000000" pitchFamily="2" charset="0"/>
              </a:rPr>
              <a:t>Fakturiert: </a:t>
            </a:r>
            <a:r>
              <a:rPr lang="de-DE" sz="500" dirty="0">
                <a:latin typeface="Montserrat" panose="00000500000000000000" pitchFamily="2" charset="0"/>
              </a:rPr>
              <a:t>@[ConsumedTime.BilledTime]</a:t>
            </a:r>
            <a:r>
              <a:rPr lang="de-DE" sz="500" dirty="0">
                <a:latin typeface="Montserrat" panose="00000500000000000000" pitchFamily="2" charset="0"/>
              </a:rPr>
              <a:t>	Verbraucht: </a:t>
            </a:r>
            <a:r>
              <a:rPr lang="de-DE" sz="500" dirty="0">
                <a:latin typeface="Montserrat" panose="00000500000000000000" pitchFamily="2" charset="0"/>
              </a:rPr>
              <a:t>@[ConsumedTime.ConsumedTime]</a:t>
            </a:r>
            <a:r>
              <a:rPr lang="de-DE" sz="500" dirty="0">
                <a:latin typeface="Montserrat" panose="00000500000000000000" pitchFamily="2" charset="0"/>
              </a:rPr>
              <a:t>	Max: </a:t>
            </a:r>
            <a:r>
              <a:rPr lang="de-DE" sz="500" dirty="0">
                <a:latin typeface="Montserrat" panose="00000500000000000000" pitchFamily="2" charset="0"/>
              </a:rPr>
              <a:t>@[ConsumedTime.MaxTime]</a:t>
            </a:r>
            <a:endParaRPr lang="de-DE" sz="600" dirty="0">
              <a:latin typeface="Montserrat" panose="00000500000000000000" pitchFamily="2" charset="0"/>
            </a:endParaRPr>
          </a:p>
        </p:txBody>
      </p:sp>
      <p:cxnSp>
        <p:nvCxnSpPr>
          <p:cNvPr id="100" name="Straight Connector 72" descr="CT MAX">
            <a:extLst>
              <a:ext uri="{FF2B5EF4-FFF2-40B4-BE49-F238E27FC236}">
                <a16:creationId xmlns:a16="http://schemas.microsoft.com/office/drawing/2014/main" id="{90C0F769-6DC1-40D4-A484-6DE1882BAEA8}"/>
              </a:ext>
            </a:extLst>
          </p:cNvPr>
          <p:cNvCxnSpPr>
            <a:cxnSpLocks/>
          </p:cNvCxnSpPr>
          <p:nvPr/>
        </p:nvCxnSpPr>
        <p:spPr>
          <a:xfrm flipV="1">
            <a:off x="6956999" y="3492254"/>
            <a:ext cx="3515740" cy="4958"/>
          </a:xfrm>
          <a:prstGeom prst="line">
            <a:avLst/>
          </a:prstGeom>
          <a:ln w="38100" cap="rnd">
            <a:solidFill>
              <a:srgbClr val="F2F4F6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72" descr="CT CONSUMED">
            <a:extLst>
              <a:ext uri="{FF2B5EF4-FFF2-40B4-BE49-F238E27FC236}">
                <a16:creationId xmlns:a16="http://schemas.microsoft.com/office/drawing/2014/main" id="{45B257ED-BC26-4BDC-933E-E34BC6A778D1}"/>
              </a:ext>
            </a:extLst>
          </p:cNvPr>
          <p:cNvCxnSpPr>
            <a:cxnSpLocks/>
          </p:cNvCxnSpPr>
          <p:nvPr/>
        </p:nvCxnSpPr>
        <p:spPr>
          <a:xfrm flipV="1">
            <a:off x="6956999" y="3492254"/>
            <a:ext cx="1729803" cy="7213"/>
          </a:xfrm>
          <a:prstGeom prst="line">
            <a:avLst/>
          </a:prstGeom>
          <a:ln w="38100" cap="rnd">
            <a:solidFill>
              <a:srgbClr val="0070C0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72" descr="CT BILLED">
            <a:extLst>
              <a:ext uri="{FF2B5EF4-FFF2-40B4-BE49-F238E27FC236}">
                <a16:creationId xmlns:a16="http://schemas.microsoft.com/office/drawing/2014/main" id="{D9FAA044-798D-41E5-830A-EC99F3134D4D}"/>
              </a:ext>
            </a:extLst>
          </p:cNvPr>
          <p:cNvCxnSpPr>
            <a:cxnSpLocks/>
          </p:cNvCxnSpPr>
          <p:nvPr/>
        </p:nvCxnSpPr>
        <p:spPr>
          <a:xfrm flipV="1">
            <a:off x="6956999" y="3492254"/>
            <a:ext cx="1310703" cy="4891"/>
          </a:xfrm>
          <a:prstGeom prst="line">
            <a:avLst/>
          </a:prstGeom>
          <a:ln w="38100" cap="rnd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Ellipse 61">
            <a:extLst>
              <a:ext uri="{FF2B5EF4-FFF2-40B4-BE49-F238E27FC236}">
                <a16:creationId xmlns:a16="http://schemas.microsoft.com/office/drawing/2014/main" id="{E8B43418-AAA6-407F-8D87-8673296A42EE}"/>
              </a:ext>
            </a:extLst>
          </p:cNvPr>
          <p:cNvSpPr/>
          <p:nvPr/>
        </p:nvSpPr>
        <p:spPr bwMode="gray">
          <a:xfrm>
            <a:off x="513365" y="2920479"/>
            <a:ext cx="73547" cy="73546"/>
          </a:xfrm>
          <a:prstGeom prst="ellipse">
            <a:avLst/>
          </a:prstGeom>
          <a:solidFill>
            <a:srgbClr val="E4032E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 dirty="0">
              <a:latin typeface="+mj-lt"/>
            </a:endParaRPr>
          </a:p>
        </p:txBody>
      </p:sp>
      <p:sp>
        <p:nvSpPr>
          <p:cNvPr id="97" name="Ellipse 61">
            <a:extLst>
              <a:ext uri="{FF2B5EF4-FFF2-40B4-BE49-F238E27FC236}">
                <a16:creationId xmlns:a16="http://schemas.microsoft.com/office/drawing/2014/main" id="{762DCDDE-4682-4C5C-B2D2-B8F53889119E}"/>
              </a:ext>
            </a:extLst>
          </p:cNvPr>
          <p:cNvSpPr/>
          <p:nvPr/>
        </p:nvSpPr>
        <p:spPr bwMode="gray">
          <a:xfrm>
            <a:off x="513363" y="3354076"/>
            <a:ext cx="73547" cy="73546"/>
          </a:xfrm>
          <a:prstGeom prst="ellipse">
            <a:avLst/>
          </a:prstGeom>
          <a:solidFill>
            <a:srgbClr val="6BB700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 dirty="0">
              <a:latin typeface="+mj-lt"/>
            </a:endParaRPr>
          </a:p>
        </p:txBody>
      </p:sp>
      <p:sp>
        <p:nvSpPr>
          <p:cNvPr id="104" name="Rectangle 32">
            <a:extLst>
              <a:ext uri="{FF2B5EF4-FFF2-40B4-BE49-F238E27FC236}">
                <a16:creationId xmlns:a16="http://schemas.microsoft.com/office/drawing/2014/main" id="{096F0A56-21E4-434B-A778-D6DC08F763F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3873" y="3087626"/>
            <a:ext cx="167076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892546">
              <a:defRPr/>
            </a:pPr>
            <a:r>
              <a:rPr lang="de-DE" sz="600" kern="0" dirty="0">
                <a:latin typeface="+mj-lt"/>
              </a:rPr>
              <a:t>Geringe Abweichung vom Plan, keine Auswirkung auf Gesamtprojektplan erwartet</a:t>
            </a:r>
            <a:endParaRPr lang="en-US" sz="600" kern="0" dirty="0">
              <a:latin typeface="+mj-lt"/>
            </a:endParaRPr>
          </a:p>
        </p:txBody>
      </p:sp>
      <p:sp>
        <p:nvSpPr>
          <p:cNvPr id="105" name="Rectangle 34">
            <a:extLst>
              <a:ext uri="{FF2B5EF4-FFF2-40B4-BE49-F238E27FC236}">
                <a16:creationId xmlns:a16="http://schemas.microsoft.com/office/drawing/2014/main" id="{34BA893C-0080-4F3B-A555-2C201DAD74EA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7962" y="3298299"/>
            <a:ext cx="1532211" cy="149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noAutofit/>
          </a:bodyPr>
          <a:lstStyle/>
          <a:p>
            <a:pPr defTabSz="892546">
              <a:lnSpc>
                <a:spcPts val="976"/>
              </a:lnSpc>
              <a:defRPr/>
            </a:pPr>
            <a:r>
              <a:rPr lang="de-DE" sz="600" kern="0" dirty="0">
                <a:latin typeface="+mj-lt"/>
              </a:rPr>
              <a:t>Fortschritt wie geplant</a:t>
            </a:r>
          </a:p>
        </p:txBody>
      </p:sp>
      <p:sp>
        <p:nvSpPr>
          <p:cNvPr id="106" name="Ellipse 61">
            <a:extLst>
              <a:ext uri="{FF2B5EF4-FFF2-40B4-BE49-F238E27FC236}">
                <a16:creationId xmlns:a16="http://schemas.microsoft.com/office/drawing/2014/main" id="{BFED52F6-DDEF-488E-9181-49CEA6AC94AF}"/>
              </a:ext>
            </a:extLst>
          </p:cNvPr>
          <p:cNvSpPr/>
          <p:nvPr/>
        </p:nvSpPr>
        <p:spPr bwMode="gray">
          <a:xfrm>
            <a:off x="513363" y="3138168"/>
            <a:ext cx="73547" cy="73546"/>
          </a:xfrm>
          <a:prstGeom prst="ellipse">
            <a:avLst/>
          </a:prstGeom>
          <a:solidFill>
            <a:srgbClr val="FFAA44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>
              <a:latin typeface="+mj-lt"/>
            </a:endParaRPr>
          </a:p>
        </p:txBody>
      </p:sp>
      <p:sp>
        <p:nvSpPr>
          <p:cNvPr id="107" name="Rectangle 32">
            <a:extLst>
              <a:ext uri="{FF2B5EF4-FFF2-40B4-BE49-F238E27FC236}">
                <a16:creationId xmlns:a16="http://schemas.microsoft.com/office/drawing/2014/main" id="{0B68E3AD-B26E-4321-8E5F-14FDF53643F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3873" y="2869504"/>
            <a:ext cx="167076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defTabSz="892546">
              <a:defRPr/>
            </a:pPr>
            <a:r>
              <a:rPr lang="de-DE" sz="600" kern="0" dirty="0">
                <a:latin typeface="+mj-lt"/>
              </a:rPr>
              <a:t>Gravierende Planabweichung, Gesamtprojektplan in Gefahr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70CB8DA5-D55B-4AC4-B46F-26357E3AC1B1}"/>
              </a:ext>
            </a:extLst>
          </p:cNvPr>
          <p:cNvSpPr txBox="1"/>
          <p:nvPr/>
        </p:nvSpPr>
        <p:spPr>
          <a:xfrm>
            <a:off x="3119210" y="1204545"/>
            <a:ext cx="85241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9163"/>
            <a:r>
              <a:rPr lang="de-DE" sz="600" dirty="0">
                <a:latin typeface="Montserrat" panose="00000500000000000000" pitchFamily="2" charset="0"/>
              </a:rPr>
              <a:t>Kennzahl		 Letzter Status            Aktueller Status                        Kommentar</a:t>
            </a:r>
          </a:p>
        </p:txBody>
      </p:sp>
      <p:cxnSp>
        <p:nvCxnSpPr>
          <p:cNvPr id="4" name="Straight Connector 72">
            <a:extLst>
              <a:ext uri="{FF2B5EF4-FFF2-40B4-BE49-F238E27FC236}">
                <a16:creationId xmlns:a16="http://schemas.microsoft.com/office/drawing/2014/main" id="{2BD778AC-7EE1-0E13-B9E6-D2D72FB5379A}"/>
              </a:ext>
            </a:extLst>
          </p:cNvPr>
          <p:cNvCxnSpPr>
            <a:cxnSpLocks/>
          </p:cNvCxnSpPr>
          <p:nvPr/>
        </p:nvCxnSpPr>
        <p:spPr>
          <a:xfrm>
            <a:off x="2972394" y="3138168"/>
            <a:ext cx="8851046" cy="0"/>
          </a:xfrm>
          <a:prstGeom prst="line">
            <a:avLst/>
          </a:prstGeom>
          <a:ln w="1270" cap="rnd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lipse 61" descr="LAST RESOURCES">
            <a:extLst>
              <a:ext uri="{FF2B5EF4-FFF2-40B4-BE49-F238E27FC236}">
                <a16:creationId xmlns:a16="http://schemas.microsoft.com/office/drawing/2014/main" id="{E12B0960-C362-CDB2-BA20-706757D4EDA7}"/>
              </a:ext>
            </a:extLst>
          </p:cNvPr>
          <p:cNvSpPr/>
          <p:nvPr/>
        </p:nvSpPr>
        <p:spPr bwMode="gray">
          <a:xfrm>
            <a:off x="5264909" y="2343086"/>
            <a:ext cx="98627" cy="98626"/>
          </a:xfrm>
          <a:prstGeom prst="ellipse">
            <a:avLst/>
          </a:prstGeom>
          <a:solidFill>
            <a:srgbClr val="E4032E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 dirty="0">
              <a:latin typeface="+mj-lt"/>
            </a:endParaRPr>
          </a:p>
        </p:txBody>
      </p:sp>
      <p:sp>
        <p:nvSpPr>
          <p:cNvPr id="10" name="Ellipse 61" descr="RESOURCES">
            <a:extLst>
              <a:ext uri="{FF2B5EF4-FFF2-40B4-BE49-F238E27FC236}">
                <a16:creationId xmlns:a16="http://schemas.microsoft.com/office/drawing/2014/main" id="{3DE074E9-1C60-AB57-62DD-6D9AD5FF05BC}"/>
              </a:ext>
            </a:extLst>
          </p:cNvPr>
          <p:cNvSpPr/>
          <p:nvPr/>
        </p:nvSpPr>
        <p:spPr bwMode="gray">
          <a:xfrm>
            <a:off x="6071594" y="2344868"/>
            <a:ext cx="98627" cy="98626"/>
          </a:xfrm>
          <a:prstGeom prst="ellipse">
            <a:avLst/>
          </a:prstGeom>
          <a:solidFill>
            <a:srgbClr val="FFAA44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2546">
              <a:defRPr/>
            </a:pPr>
            <a:endParaRPr lang="en-US" sz="1200" b="1" kern="0" dirty="0">
              <a:latin typeface="+mj-lt"/>
            </a:endParaRPr>
          </a:p>
        </p:txBody>
      </p:sp>
      <p:sp>
        <p:nvSpPr>
          <p:cNvPr id="11" name="Textfeld 109">
            <a:extLst>
              <a:ext uri="{FF2B5EF4-FFF2-40B4-BE49-F238E27FC236}">
                <a16:creationId xmlns:a16="http://schemas.microsoft.com/office/drawing/2014/main" id="{08E9C2ED-68EF-BDD0-8C9A-CEE327B5A536}"/>
              </a:ext>
            </a:extLst>
          </p:cNvPr>
          <p:cNvSpPr txBox="1"/>
          <p:nvPr/>
        </p:nvSpPr>
        <p:spPr>
          <a:xfrm>
            <a:off x="3096352" y="2288847"/>
            <a:ext cx="20720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b="1">
                <a:latin typeface="Montserrat" panose="00000500000000000000" pitchFamily="2" charset="0"/>
              </a:rPr>
              <a:t>Ressourcen</a:t>
            </a:r>
            <a:endParaRPr lang="de-DE" sz="800" b="1" dirty="0">
              <a:latin typeface="Montserrat" panose="00000500000000000000" pitchFamily="2" charset="0"/>
            </a:endParaRPr>
          </a:p>
        </p:txBody>
      </p:sp>
      <p:sp>
        <p:nvSpPr>
          <p:cNvPr id="12" name="Textfeld 74">
            <a:extLst>
              <a:ext uri="{FF2B5EF4-FFF2-40B4-BE49-F238E27FC236}">
                <a16:creationId xmlns:a16="http://schemas.microsoft.com/office/drawing/2014/main" id="{D6DD7741-A735-53FD-13F5-E82EF027FF90}"/>
              </a:ext>
            </a:extLst>
          </p:cNvPr>
          <p:cNvSpPr txBox="1"/>
          <p:nvPr/>
        </p:nvSpPr>
        <p:spPr>
          <a:xfrm>
            <a:off x="6841004" y="2288972"/>
            <a:ext cx="479488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latin typeface="Montserrat" panose="00000500000000000000" pitchFamily="2" charset="0"/>
              </a:rPr>
              <a:t>@[Entity.Resources.Comment]</a:t>
            </a:r>
          </a:p>
        </p:txBody>
      </p:sp>
    </p:spTree>
    <p:extLst>
      <p:ext uri="{BB962C8B-B14F-4D97-AF65-F5344CB8AC3E}">
        <p14:creationId xmlns:p14="http://schemas.microsoft.com/office/powerpoint/2010/main" val="47151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3C6D4531-3C03-4A96-BDA8-F7FF02A94F3E}"/>
              </a:ext>
            </a:extLst>
          </p:cNvPr>
          <p:cNvSpPr/>
          <p:nvPr/>
        </p:nvSpPr>
        <p:spPr>
          <a:xfrm>
            <a:off x="3164" y="-1379"/>
            <a:ext cx="12192000" cy="6858001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9" name="Title 1">
            <a:extLst>
              <a:ext uri="{FF2B5EF4-FFF2-40B4-BE49-F238E27FC236}">
                <a16:creationId xmlns:a16="http://schemas.microsoft.com/office/drawing/2014/main" id="{0B4F3384-DE09-4CBF-95A6-6B4305C1C4C6}"/>
              </a:ext>
            </a:extLst>
          </p:cNvPr>
          <p:cNvSpPr txBox="1">
            <a:spLocks/>
          </p:cNvSpPr>
          <p:nvPr/>
        </p:nvSpPr>
        <p:spPr>
          <a:xfrm>
            <a:off x="333511" y="421230"/>
            <a:ext cx="7464905" cy="254887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1200" b="1" dirty="0">
                <a:latin typeface="Montserrat" panose="00000500000000000000" pitchFamily="2" charset="0"/>
              </a:rPr>
              <a:t>Status Report</a:t>
            </a:r>
          </a:p>
        </p:txBody>
      </p:sp>
      <p:sp>
        <p:nvSpPr>
          <p:cNvPr id="60" name="Subtitle 3">
            <a:extLst>
              <a:ext uri="{FF2B5EF4-FFF2-40B4-BE49-F238E27FC236}">
                <a16:creationId xmlns:a16="http://schemas.microsoft.com/office/drawing/2014/main" id="{DD4C2B19-6EA3-4946-A783-5F13E3D7EEA0}"/>
              </a:ext>
            </a:extLst>
          </p:cNvPr>
          <p:cNvSpPr txBox="1">
            <a:spLocks/>
          </p:cNvSpPr>
          <p:nvPr/>
        </p:nvSpPr>
        <p:spPr>
          <a:xfrm>
            <a:off x="341260" y="232893"/>
            <a:ext cx="5334829" cy="20968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383840"/>
                </a:solidFill>
                <a:latin typeface="Montserrat" panose="00000500000000000000" pitchFamily="2" charset="0"/>
              </a:rPr>
              <a:t>@[Entity.ToString]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686D6ED-BB6D-4442-96D1-170753C85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03335" y="247418"/>
            <a:ext cx="1036530" cy="337218"/>
          </a:xfrm>
          <a:prstGeom prst="rect">
            <a:avLst/>
          </a:prstGeom>
        </p:spPr>
      </p:pic>
      <p:cxnSp>
        <p:nvCxnSpPr>
          <p:cNvPr id="25" name="Straight Connector 72">
            <a:extLst>
              <a:ext uri="{FF2B5EF4-FFF2-40B4-BE49-F238E27FC236}">
                <a16:creationId xmlns:a16="http://schemas.microsoft.com/office/drawing/2014/main" id="{E6E16330-F856-480F-878B-D5D849AC01C2}"/>
              </a:ext>
            </a:extLst>
          </p:cNvPr>
          <p:cNvCxnSpPr>
            <a:cxnSpLocks/>
          </p:cNvCxnSpPr>
          <p:nvPr/>
        </p:nvCxnSpPr>
        <p:spPr>
          <a:xfrm>
            <a:off x="1003492" y="1483749"/>
            <a:ext cx="1244618" cy="0"/>
          </a:xfrm>
          <a:prstGeom prst="line">
            <a:avLst/>
          </a:prstGeom>
          <a:ln w="38100" cap="rnd">
            <a:solidFill>
              <a:srgbClr val="F2F4F6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72">
            <a:extLst>
              <a:ext uri="{FF2B5EF4-FFF2-40B4-BE49-F238E27FC236}">
                <a16:creationId xmlns:a16="http://schemas.microsoft.com/office/drawing/2014/main" id="{4FB1DABC-01FE-4FF8-B3F8-D3997BCD2173}"/>
              </a:ext>
            </a:extLst>
          </p:cNvPr>
          <p:cNvCxnSpPr>
            <a:cxnSpLocks/>
          </p:cNvCxnSpPr>
          <p:nvPr/>
        </p:nvCxnSpPr>
        <p:spPr>
          <a:xfrm>
            <a:off x="1008822" y="2046381"/>
            <a:ext cx="1244618" cy="0"/>
          </a:xfrm>
          <a:prstGeom prst="line">
            <a:avLst/>
          </a:prstGeom>
          <a:ln w="38100" cap="rnd">
            <a:solidFill>
              <a:srgbClr val="F2F4F6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Rechteck: abgerundete Ecken 111">
            <a:extLst>
              <a:ext uri="{FF2B5EF4-FFF2-40B4-BE49-F238E27FC236}">
                <a16:creationId xmlns:a16="http://schemas.microsoft.com/office/drawing/2014/main" id="{DEB7CF30-7901-416E-A864-8A3360CB57E3}"/>
              </a:ext>
            </a:extLst>
          </p:cNvPr>
          <p:cNvSpPr/>
          <p:nvPr/>
        </p:nvSpPr>
        <p:spPr>
          <a:xfrm>
            <a:off x="341260" y="795983"/>
            <a:ext cx="5677187" cy="2801992"/>
          </a:xfrm>
          <a:prstGeom prst="roundRect">
            <a:avLst>
              <a:gd name="adj" fmla="val 24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7E3B2486-5030-4F96-AEBF-646993485C5E}"/>
              </a:ext>
            </a:extLst>
          </p:cNvPr>
          <p:cNvSpPr txBox="1"/>
          <p:nvPr/>
        </p:nvSpPr>
        <p:spPr>
          <a:xfrm>
            <a:off x="488076" y="917325"/>
            <a:ext cx="51380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Montserrat" panose="00000500000000000000" pitchFamily="2" charset="0"/>
              </a:rPr>
              <a:t>Letzte wichtige Aktivitäten</a:t>
            </a:r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F6F063D3-F9B1-4BB4-A9A5-906CBE2D1E03}"/>
              </a:ext>
            </a:extLst>
          </p:cNvPr>
          <p:cNvSpPr txBox="1"/>
          <p:nvPr/>
        </p:nvSpPr>
        <p:spPr>
          <a:xfrm>
            <a:off x="462251" y="1998706"/>
            <a:ext cx="543520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latin typeface="Montserrat" panose="00000500000000000000" pitchFamily="2" charset="0"/>
              </a:rPr>
              <a:t>				</a:t>
            </a:r>
          </a:p>
        </p:txBody>
      </p:sp>
      <p:sp>
        <p:nvSpPr>
          <p:cNvPr id="170" name="Rechteck: abgerundete Ecken 169">
            <a:extLst>
              <a:ext uri="{FF2B5EF4-FFF2-40B4-BE49-F238E27FC236}">
                <a16:creationId xmlns:a16="http://schemas.microsoft.com/office/drawing/2014/main" id="{273349F3-8599-4659-888A-33414AFD6DE7}"/>
              </a:ext>
            </a:extLst>
          </p:cNvPr>
          <p:cNvSpPr/>
          <p:nvPr/>
        </p:nvSpPr>
        <p:spPr>
          <a:xfrm>
            <a:off x="6138504" y="790084"/>
            <a:ext cx="5677187" cy="2801992"/>
          </a:xfrm>
          <a:prstGeom prst="roundRect">
            <a:avLst>
              <a:gd name="adj" fmla="val 24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1" name="Textfeld 170">
            <a:extLst>
              <a:ext uri="{FF2B5EF4-FFF2-40B4-BE49-F238E27FC236}">
                <a16:creationId xmlns:a16="http://schemas.microsoft.com/office/drawing/2014/main" id="{72CF9E14-8D75-4AF9-9E6C-237AFF68AF7B}"/>
              </a:ext>
            </a:extLst>
          </p:cNvPr>
          <p:cNvSpPr txBox="1"/>
          <p:nvPr/>
        </p:nvSpPr>
        <p:spPr>
          <a:xfrm>
            <a:off x="6285320" y="911426"/>
            <a:ext cx="51380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Montserrat" panose="00000500000000000000" pitchFamily="2" charset="0"/>
              </a:rPr>
              <a:t>Nächste wichtige Aktivitäten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23C6D715-890C-4BB6-9672-7DC38CF44538}"/>
              </a:ext>
            </a:extLst>
          </p:cNvPr>
          <p:cNvSpPr/>
          <p:nvPr/>
        </p:nvSpPr>
        <p:spPr>
          <a:xfrm>
            <a:off x="338298" y="3713418"/>
            <a:ext cx="11477393" cy="2801992"/>
          </a:xfrm>
          <a:prstGeom prst="roundRect">
            <a:avLst>
              <a:gd name="adj" fmla="val 24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5695BFFD-392F-4D3E-B132-F7F8D4B22F8A}"/>
              </a:ext>
            </a:extLst>
          </p:cNvPr>
          <p:cNvSpPr txBox="1"/>
          <p:nvPr/>
        </p:nvSpPr>
        <p:spPr>
          <a:xfrm>
            <a:off x="485114" y="3834760"/>
            <a:ext cx="50372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Montserrat" panose="00000500000000000000" pitchFamily="2" charset="0"/>
              </a:rPr>
              <a:t>Ausstehende Entscheidungen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3C126A24-D6D8-4D8E-BD11-CD06802EEF1F}"/>
              </a:ext>
            </a:extLst>
          </p:cNvPr>
          <p:cNvSpPr txBox="1"/>
          <p:nvPr/>
        </p:nvSpPr>
        <p:spPr>
          <a:xfrm>
            <a:off x="485114" y="4124314"/>
            <a:ext cx="111552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" dirty="0">
                <a:latin typeface="Montserrat" panose="00000500000000000000" pitchFamily="2" charset="0"/>
              </a:rPr>
              <a:t>		     		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5B4A5E1-0488-46C1-A52E-55E468398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645018"/>
              </p:ext>
            </p:extLst>
          </p:nvPr>
        </p:nvGraphicFramePr>
        <p:xfrm>
          <a:off x="330549" y="1266566"/>
          <a:ext cx="5687899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638">
                  <a:extLst>
                    <a:ext uri="{9D8B030D-6E8A-4147-A177-3AD203B41FA5}">
                      <a16:colId xmlns:a16="http://schemas.microsoft.com/office/drawing/2014/main" val="2276372843"/>
                    </a:ext>
                  </a:extLst>
                </a:gridCol>
                <a:gridCol w="4171593">
                  <a:extLst>
                    <a:ext uri="{9D8B030D-6E8A-4147-A177-3AD203B41FA5}">
                      <a16:colId xmlns:a16="http://schemas.microsoft.com/office/drawing/2014/main" val="803901076"/>
                    </a:ext>
                  </a:extLst>
                </a:gridCol>
                <a:gridCol w="1087030">
                  <a:extLst>
                    <a:ext uri="{9D8B030D-6E8A-4147-A177-3AD203B41FA5}">
                      <a16:colId xmlns:a16="http://schemas.microsoft.com/office/drawing/2014/main" val="468224100"/>
                    </a:ext>
                  </a:extLst>
                </a:gridCol>
                <a:gridCol w="214638">
                  <a:extLst>
                    <a:ext uri="{9D8B030D-6E8A-4147-A177-3AD203B41FA5}">
                      <a16:colId xmlns:a16="http://schemas.microsoft.com/office/drawing/2014/main" val="33270091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b="1" dirty="0">
                          <a:latin typeface="Montserrat" panose="00000500000000000000" pitchFamily="2" charset="0"/>
                        </a:rPr>
                        <a:t>Aktivität</a:t>
                      </a:r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 marL="45720" marR="4572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b="1" dirty="0">
                          <a:latin typeface="Montserrat" panose="00000500000000000000" pitchFamily="2" charset="0"/>
                        </a:rPr>
                        <a:t>Abgeschlossen am</a:t>
                      </a:r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5117505"/>
                  </a:ext>
                </a:extLst>
              </a:tr>
              <a:tr h="216000">
                <a:tc gridSpan="4">
                  <a:txBody>
                    <a:bodyPr/>
                    <a:lstStyle/>
                    <a:p>
                      <a:r>
                        <a:rPr lang="de-DE" sz="600" dirty="0">
                          <a:latin typeface="Montserrat" panose="00000500000000000000" pitchFamily="2" charset="0"/>
                        </a:rPr>
                        <a:t>@foreach[Entity.LastImportantActivities.Element] as $r</a:t>
                      </a:r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6151932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latin typeface="Montserrat" panose="00000500000000000000" pitchFamily="2" charset="0"/>
                        </a:rPr>
                        <a:t>@[$r.Activity]</a:t>
                      </a:r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Montserrat" panose="00000500000000000000" pitchFamily="2" charset="0"/>
                        </a:rPr>
                        <a:t>@[$r.CompletedOn]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1998622"/>
                  </a:ext>
                </a:extLst>
              </a:tr>
              <a:tr h="216000">
                <a:tc gridSpan="4">
                  <a:txBody>
                    <a:bodyPr/>
                    <a:lstStyle/>
                    <a:p>
                      <a:r>
                        <a:rPr lang="de-DE" sz="600" dirty="0">
                          <a:latin typeface="Montserrat" panose="00000500000000000000" pitchFamily="2" charset="0"/>
                        </a:rPr>
                        <a:t>@endforeach</a:t>
                      </a:r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08194709"/>
                  </a:ext>
                </a:extLst>
              </a:tr>
            </a:tbl>
          </a:graphicData>
        </a:graphic>
      </p:graphicFrame>
      <p:graphicFrame>
        <p:nvGraphicFramePr>
          <p:cNvPr id="49" name="Table 2">
            <a:extLst>
              <a:ext uri="{FF2B5EF4-FFF2-40B4-BE49-F238E27FC236}">
                <a16:creationId xmlns:a16="http://schemas.microsoft.com/office/drawing/2014/main" id="{818FCAB3-FB39-428D-8738-E48D472A4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783461"/>
              </p:ext>
            </p:extLst>
          </p:nvPr>
        </p:nvGraphicFramePr>
        <p:xfrm>
          <a:off x="6138504" y="1266187"/>
          <a:ext cx="5674226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122">
                  <a:extLst>
                    <a:ext uri="{9D8B030D-6E8A-4147-A177-3AD203B41FA5}">
                      <a16:colId xmlns:a16="http://schemas.microsoft.com/office/drawing/2014/main" val="2276372843"/>
                    </a:ext>
                  </a:extLst>
                </a:gridCol>
                <a:gridCol w="4353808">
                  <a:extLst>
                    <a:ext uri="{9D8B030D-6E8A-4147-A177-3AD203B41FA5}">
                      <a16:colId xmlns:a16="http://schemas.microsoft.com/office/drawing/2014/main" val="803901076"/>
                    </a:ext>
                  </a:extLst>
                </a:gridCol>
                <a:gridCol w="892174">
                  <a:extLst>
                    <a:ext uri="{9D8B030D-6E8A-4147-A177-3AD203B41FA5}">
                      <a16:colId xmlns:a16="http://schemas.microsoft.com/office/drawing/2014/main" val="1896407534"/>
                    </a:ext>
                  </a:extLst>
                </a:gridCol>
                <a:gridCol w="214122">
                  <a:extLst>
                    <a:ext uri="{9D8B030D-6E8A-4147-A177-3AD203B41FA5}">
                      <a16:colId xmlns:a16="http://schemas.microsoft.com/office/drawing/2014/main" val="332700913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b="1" dirty="0">
                          <a:latin typeface="Montserrat" panose="00000500000000000000" pitchFamily="2" charset="0"/>
                        </a:rPr>
                        <a:t>Aktivität</a:t>
                      </a:r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 marL="45720" marR="4572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b="1" dirty="0">
                          <a:latin typeface="Montserrat" panose="00000500000000000000" pitchFamily="2" charset="0"/>
                        </a:rPr>
                        <a:t>Zieldatum</a:t>
                      </a:r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5117505"/>
                  </a:ext>
                </a:extLst>
              </a:tr>
              <a:tr h="216000">
                <a:tc gridSpan="4">
                  <a:txBody>
                    <a:bodyPr/>
                    <a:lstStyle/>
                    <a:p>
                      <a:r>
                        <a:rPr lang="de-DE" sz="600" dirty="0">
                          <a:latin typeface="Montserrat" panose="00000500000000000000" pitchFamily="2" charset="0"/>
                        </a:rPr>
                        <a:t>@foreach[Entity.NextImportantActivities.Element] as $r</a:t>
                      </a:r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51932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latin typeface="Montserrat" panose="00000500000000000000" pitchFamily="2" charset="0"/>
                        </a:rPr>
                        <a:t>@[$r.Activity]</a:t>
                      </a:r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Montserrat" panose="00000500000000000000" pitchFamily="2" charset="0"/>
                        </a:rPr>
                        <a:t>@[$r.TargetDate]</a:t>
                      </a: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1998622"/>
                  </a:ext>
                </a:extLst>
              </a:tr>
              <a:tr h="216000">
                <a:tc gridSpan="4">
                  <a:txBody>
                    <a:bodyPr/>
                    <a:lstStyle/>
                    <a:p>
                      <a:r>
                        <a:rPr lang="de-DE" sz="600" dirty="0">
                          <a:latin typeface="Montserrat" panose="00000500000000000000" pitchFamily="2" charset="0"/>
                        </a:rPr>
                        <a:t>@endforeach</a:t>
                      </a:r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194709"/>
                  </a:ext>
                </a:extLst>
              </a:tr>
            </a:tbl>
          </a:graphicData>
        </a:graphic>
      </p:graphicFrame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8FC7BE6-4615-4702-B474-D220563A0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962660"/>
              </p:ext>
            </p:extLst>
          </p:nvPr>
        </p:nvGraphicFramePr>
        <p:xfrm>
          <a:off x="320185" y="4153294"/>
          <a:ext cx="11485142" cy="864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009">
                  <a:extLst>
                    <a:ext uri="{9D8B030D-6E8A-4147-A177-3AD203B41FA5}">
                      <a16:colId xmlns:a16="http://schemas.microsoft.com/office/drawing/2014/main" val="2639145902"/>
                    </a:ext>
                  </a:extLst>
                </a:gridCol>
                <a:gridCol w="4280177">
                  <a:extLst>
                    <a:ext uri="{9D8B030D-6E8A-4147-A177-3AD203B41FA5}">
                      <a16:colId xmlns:a16="http://schemas.microsoft.com/office/drawing/2014/main" val="3840759464"/>
                    </a:ext>
                  </a:extLst>
                </a:gridCol>
                <a:gridCol w="1426726">
                  <a:extLst>
                    <a:ext uri="{9D8B030D-6E8A-4147-A177-3AD203B41FA5}">
                      <a16:colId xmlns:a16="http://schemas.microsoft.com/office/drawing/2014/main" val="736306983"/>
                    </a:ext>
                  </a:extLst>
                </a:gridCol>
                <a:gridCol w="1070044">
                  <a:extLst>
                    <a:ext uri="{9D8B030D-6E8A-4147-A177-3AD203B41FA5}">
                      <a16:colId xmlns:a16="http://schemas.microsoft.com/office/drawing/2014/main" val="4156217326"/>
                    </a:ext>
                  </a:extLst>
                </a:gridCol>
                <a:gridCol w="4280177">
                  <a:extLst>
                    <a:ext uri="{9D8B030D-6E8A-4147-A177-3AD203B41FA5}">
                      <a16:colId xmlns:a16="http://schemas.microsoft.com/office/drawing/2014/main" val="4243015818"/>
                    </a:ext>
                  </a:extLst>
                </a:gridCol>
                <a:gridCol w="214009">
                  <a:extLst>
                    <a:ext uri="{9D8B030D-6E8A-4147-A177-3AD203B41FA5}">
                      <a16:colId xmlns:a16="http://schemas.microsoft.com/office/drawing/2014/main" val="3999195978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b="1" dirty="0">
                          <a:latin typeface="Montserrat" panose="00000500000000000000" pitchFamily="2" charset="0"/>
                        </a:rPr>
                        <a:t>Beschreibung</a:t>
                      </a:r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b="1" dirty="0">
                          <a:latin typeface="Montserrat" panose="00000500000000000000" pitchFamily="2" charset="0"/>
                        </a:rPr>
                        <a:t>Verantwortlich</a:t>
                      </a:r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b="1" dirty="0">
                          <a:latin typeface="Montserrat" panose="00000500000000000000" pitchFamily="2" charset="0"/>
                        </a:rPr>
                        <a:t>Datum</a:t>
                      </a:r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b="1" dirty="0">
                          <a:latin typeface="Montserrat" panose="00000500000000000000" pitchFamily="2" charset="0"/>
                        </a:rPr>
                        <a:t>Kommentar</a:t>
                      </a:r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600" b="1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2819421"/>
                  </a:ext>
                </a:extLst>
              </a:tr>
              <a:tr h="216000">
                <a:tc gridSpan="6">
                  <a:txBody>
                    <a:bodyPr/>
                    <a:lstStyle/>
                    <a:p>
                      <a:r>
                        <a:rPr lang="de-DE" sz="600" dirty="0">
                          <a:latin typeface="Montserrat" panose="00000500000000000000" pitchFamily="2" charset="0"/>
                        </a:rPr>
                        <a:t>@foreach[Entity.PendingDecisions.Element] as $r</a:t>
                      </a:r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12464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latin typeface="Montserrat" panose="00000500000000000000" pitchFamily="2" charset="0"/>
                        </a:rPr>
                        <a:t>@[$r.Description]</a:t>
                      </a:r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latin typeface="Montserrat" panose="00000500000000000000" pitchFamily="2" charset="0"/>
                        </a:rPr>
                        <a:t>@[$r.Responsible]</a:t>
                      </a:r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sz="600" dirty="0">
                          <a:latin typeface="Montserrat" panose="00000500000000000000" pitchFamily="2" charset="0"/>
                        </a:rPr>
                        <a:t>@[$r.Date]</a:t>
                      </a:r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>
                          <a:latin typeface="Montserrat" panose="00000500000000000000" pitchFamily="2" charset="0"/>
                        </a:rPr>
                        <a:t>@[$r.Comment]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55635215"/>
                  </a:ext>
                </a:extLst>
              </a:tr>
              <a:tr h="216000">
                <a:tc gridSpan="6">
                  <a:txBody>
                    <a:bodyPr/>
                    <a:lstStyle/>
                    <a:p>
                      <a:r>
                        <a:rPr lang="de-DE" sz="600" dirty="0">
                          <a:latin typeface="Montserrat" panose="00000500000000000000" pitchFamily="2" charset="0"/>
                        </a:rPr>
                        <a:t>@endforeach</a:t>
                      </a:r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 marL="45720" marR="45720"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600" dirty="0">
                        <a:latin typeface="Montserrat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6913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3635854"/>
      </p:ext>
    </p:extLst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1_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thm15="http://schemas.microsoft.com/office/thememl/2012/main"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emplate/>
  <ap:TotalTime>0</ap:TotalTime>
  <ap:Words>409</ap:Words>
  <ap:Application>Microsoft Office PowerPoint</ap:Application>
  <ap:PresentationFormat>Widescreen</ap:PresentationFormat>
  <ap:Paragraphs>78</ap:Paragraphs>
  <ap:Slides>3</ap:Slides>
  <ap:Notes>0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ap:HeadingPairs>
  <ap:TitlesOfParts>
    <vt:vector baseType="lpstr" size="10">
      <vt:lpstr>Michroma</vt:lpstr>
      <vt:lpstr>Calibri</vt:lpstr>
      <vt:lpstr>Arial</vt:lpstr>
      <vt:lpstr>Calibri Light</vt:lpstr>
      <vt:lpstr>Montserrat</vt:lpstr>
      <vt:lpstr>1_Benutzerdefiniertes Design</vt:lpstr>
      <vt:lpstr>Benutzerdefiniertes Design</vt:lpstr>
      <vt:lpstr>Status Report</vt:lpstr>
      <vt:lpstr>PowerPoint Presentation</vt:lpstr>
      <vt:lpstr>PowerPoint Presentation</vt:lpstr>
    </vt:vector>
  </ap:TitlesOfParts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Projekt-Management-Tools  Projektstatus und Ausblick</dc:title>
  <dc:creator>Robert Reinbold</dc:creator>
  <cp:lastModifiedBy>Del Corral Cano, Olmo</cp:lastModifiedBy>
  <cp:revision>104</cp:revision>
  <dcterms:created xsi:type="dcterms:W3CDTF">2022-01-25T18:02:23Z</dcterms:created>
  <dcterms:modified xsi:type="dcterms:W3CDTF">2025-11-12T13:10:32Z</dcterms:modified>
</cp:coreProperties>
</file>